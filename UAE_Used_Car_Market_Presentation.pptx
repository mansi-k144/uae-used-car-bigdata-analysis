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6846B-EF96-4A52-9A5B-7FC67971180A}" v="194" dt="2025-04-10T04:07:04.586"/>
    <p1510:client id="{D7A4B78F-7E85-4416-B63F-9C2C66311109}" v="38" dt="2025-04-10T21:35:04.9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5" d="100"/>
          <a:sy n="65" d="100"/>
        </p:scale>
        <p:origin x="1954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 kataria" userId="e3f3724dc6659319" providerId="LiveId" clId="{D7A4B78F-7E85-4416-B63F-9C2C66311109}"/>
    <pc:docChg chg="undo redo custSel addSld modSld">
      <pc:chgData name="mansi kataria" userId="e3f3724dc6659319" providerId="LiveId" clId="{D7A4B78F-7E85-4416-B63F-9C2C66311109}" dt="2025-04-10T21:35:04.915" v="72" actId="478"/>
      <pc:docMkLst>
        <pc:docMk/>
      </pc:docMkLst>
      <pc:sldChg chg="modSp">
        <pc:chgData name="mansi kataria" userId="e3f3724dc6659319" providerId="LiveId" clId="{D7A4B78F-7E85-4416-B63F-9C2C66311109}" dt="2025-04-10T19:08:34.212" v="27" actId="20577"/>
        <pc:sldMkLst>
          <pc:docMk/>
          <pc:sldMk cId="0" sldId="256"/>
        </pc:sldMkLst>
        <pc:spChg chg="mod">
          <ac:chgData name="mansi kataria" userId="e3f3724dc6659319" providerId="LiveId" clId="{D7A4B78F-7E85-4416-B63F-9C2C66311109}" dt="2025-04-10T19:08:34.212" v="27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nsi kataria" userId="e3f3724dc6659319" providerId="LiveId" clId="{D7A4B78F-7E85-4416-B63F-9C2C66311109}" dt="2025-04-10T16:44:04.677" v="1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mansi kataria" userId="e3f3724dc6659319" providerId="LiveId" clId="{D7A4B78F-7E85-4416-B63F-9C2C66311109}" dt="2025-04-10T21:35:04.915" v="72" actId="478"/>
        <pc:sldMkLst>
          <pc:docMk/>
          <pc:sldMk cId="0" sldId="260"/>
        </pc:sldMkLst>
        <pc:graphicFrameChg chg="mod">
          <ac:chgData name="mansi kataria" userId="e3f3724dc6659319" providerId="LiveId" clId="{D7A4B78F-7E85-4416-B63F-9C2C66311109}" dt="2025-04-10T21:35:04.915" v="72" actId="478"/>
          <ac:graphicFrameMkLst>
            <pc:docMk/>
            <pc:sldMk cId="0" sldId="260"/>
            <ac:graphicFrameMk id="19" creationId="{55601374-A79C-E3D7-76B2-86B806443220}"/>
          </ac:graphicFrameMkLst>
        </pc:graphicFrameChg>
      </pc:sldChg>
      <pc:sldChg chg="modSp mod">
        <pc:chgData name="mansi kataria" userId="e3f3724dc6659319" providerId="LiveId" clId="{D7A4B78F-7E85-4416-B63F-9C2C66311109}" dt="2025-04-10T18:47:26.657" v="26" actId="20577"/>
        <pc:sldMkLst>
          <pc:docMk/>
          <pc:sldMk cId="0" sldId="263"/>
        </pc:sldMkLst>
        <pc:spChg chg="mod">
          <ac:chgData name="mansi kataria" userId="e3f3724dc6659319" providerId="LiveId" clId="{D7A4B78F-7E85-4416-B63F-9C2C66311109}" dt="2025-04-10T18:47:26.657" v="26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new mod setBg">
        <pc:chgData name="mansi kataria" userId="e3f3724dc6659319" providerId="LiveId" clId="{D7A4B78F-7E85-4416-B63F-9C2C66311109}" dt="2025-04-10T20:58:22.910" v="55" actId="120"/>
        <pc:sldMkLst>
          <pc:docMk/>
          <pc:sldMk cId="3982337555" sldId="273"/>
        </pc:sldMkLst>
        <pc:spChg chg="add del">
          <ac:chgData name="mansi kataria" userId="e3f3724dc6659319" providerId="LiveId" clId="{D7A4B78F-7E85-4416-B63F-9C2C66311109}" dt="2025-04-10T20:50:48.902" v="32" actId="26606"/>
          <ac:spMkLst>
            <pc:docMk/>
            <pc:sldMk cId="3982337555" sldId="273"/>
            <ac:spMk id="2" creationId="{659467C9-C28F-1CD9-ABB4-995C1FD46955}"/>
          </ac:spMkLst>
        </pc:spChg>
        <pc:spChg chg="del">
          <ac:chgData name="mansi kataria" userId="e3f3724dc6659319" providerId="LiveId" clId="{D7A4B78F-7E85-4416-B63F-9C2C66311109}" dt="2025-04-10T20:50:36.807" v="29"/>
          <ac:spMkLst>
            <pc:docMk/>
            <pc:sldMk cId="3982337555" sldId="273"/>
            <ac:spMk id="3" creationId="{75D3C528-D3DA-4520-5831-F00EB128A85D}"/>
          </ac:spMkLst>
        </pc:spChg>
        <pc:spChg chg="add del mod">
          <ac:chgData name="mansi kataria" userId="e3f3724dc6659319" providerId="LiveId" clId="{D7A4B78F-7E85-4416-B63F-9C2C66311109}" dt="2025-04-10T20:50:48.902" v="32" actId="26606"/>
          <ac:spMkLst>
            <pc:docMk/>
            <pc:sldMk cId="3982337555" sldId="273"/>
            <ac:spMk id="5" creationId="{51AE63E0-F21B-A189-05F0-AF62877EB73E}"/>
          </ac:spMkLst>
        </pc:spChg>
        <pc:spChg chg="add del">
          <ac:chgData name="mansi kataria" userId="e3f3724dc6659319" providerId="LiveId" clId="{D7A4B78F-7E85-4416-B63F-9C2C66311109}" dt="2025-04-10T20:50:48.718" v="31" actId="26606"/>
          <ac:spMkLst>
            <pc:docMk/>
            <pc:sldMk cId="3982337555" sldId="273"/>
            <ac:spMk id="10" creationId="{F3060C83-F051-4F0E-ABAD-AA0DFC48B218}"/>
          </ac:spMkLst>
        </pc:spChg>
        <pc:spChg chg="add del">
          <ac:chgData name="mansi kataria" userId="e3f3724dc6659319" providerId="LiveId" clId="{D7A4B78F-7E85-4416-B63F-9C2C66311109}" dt="2025-04-10T20:50:48.718" v="31" actId="26606"/>
          <ac:spMkLst>
            <pc:docMk/>
            <pc:sldMk cId="3982337555" sldId="273"/>
            <ac:spMk id="12" creationId="{83C98ABE-055B-441F-B07E-44F97F083C39}"/>
          </ac:spMkLst>
        </pc:spChg>
        <pc:spChg chg="add del">
          <ac:chgData name="mansi kataria" userId="e3f3724dc6659319" providerId="LiveId" clId="{D7A4B78F-7E85-4416-B63F-9C2C66311109}" dt="2025-04-10T20:50:48.718" v="31" actId="26606"/>
          <ac:spMkLst>
            <pc:docMk/>
            <pc:sldMk cId="3982337555" sldId="273"/>
            <ac:spMk id="14" creationId="{29FDB030-9B49-4CED-8CCD-4D99382388AC}"/>
          </ac:spMkLst>
        </pc:spChg>
        <pc:spChg chg="add del">
          <ac:chgData name="mansi kataria" userId="e3f3724dc6659319" providerId="LiveId" clId="{D7A4B78F-7E85-4416-B63F-9C2C66311109}" dt="2025-04-10T20:50:48.718" v="31" actId="26606"/>
          <ac:spMkLst>
            <pc:docMk/>
            <pc:sldMk cId="3982337555" sldId="273"/>
            <ac:spMk id="16" creationId="{3783CA14-24A1-485C-8B30-D6A5D87987AD}"/>
          </ac:spMkLst>
        </pc:spChg>
        <pc:spChg chg="add del">
          <ac:chgData name="mansi kataria" userId="e3f3724dc6659319" providerId="LiveId" clId="{D7A4B78F-7E85-4416-B63F-9C2C66311109}" dt="2025-04-10T20:50:48.718" v="31" actId="26606"/>
          <ac:spMkLst>
            <pc:docMk/>
            <pc:sldMk cId="3982337555" sldId="273"/>
            <ac:spMk id="18" creationId="{9A97C86A-04D6-40F7-AE84-31AB43E6A846}"/>
          </ac:spMkLst>
        </pc:spChg>
        <pc:spChg chg="add del">
          <ac:chgData name="mansi kataria" userId="e3f3724dc6659319" providerId="LiveId" clId="{D7A4B78F-7E85-4416-B63F-9C2C66311109}" dt="2025-04-10T20:50:48.718" v="31" actId="26606"/>
          <ac:spMkLst>
            <pc:docMk/>
            <pc:sldMk cId="3982337555" sldId="273"/>
            <ac:spMk id="20" creationId="{FF9F2414-84E8-453E-B1F3-389FDE8192D9}"/>
          </ac:spMkLst>
        </pc:spChg>
        <pc:spChg chg="add del">
          <ac:chgData name="mansi kataria" userId="e3f3724dc6659319" providerId="LiveId" clId="{D7A4B78F-7E85-4416-B63F-9C2C66311109}" dt="2025-04-10T20:50:48.718" v="31" actId="26606"/>
          <ac:spMkLst>
            <pc:docMk/>
            <pc:sldMk cId="3982337555" sldId="273"/>
            <ac:spMk id="22" creationId="{3ECA69A1-7536-43AC-85EF-C7106179F5ED}"/>
          </ac:spMkLst>
        </pc:spChg>
        <pc:spChg chg="add mod">
          <ac:chgData name="mansi kataria" userId="e3f3724dc6659319" providerId="LiveId" clId="{D7A4B78F-7E85-4416-B63F-9C2C66311109}" dt="2025-04-10T20:58:22.910" v="55" actId="120"/>
          <ac:spMkLst>
            <pc:docMk/>
            <pc:sldMk cId="3982337555" sldId="273"/>
            <ac:spMk id="24" creationId="{659467C9-C28F-1CD9-ABB4-995C1FD46955}"/>
          </ac:spMkLst>
        </pc:spChg>
        <pc:spChg chg="add del">
          <ac:chgData name="mansi kataria" userId="e3f3724dc6659319" providerId="LiveId" clId="{D7A4B78F-7E85-4416-B63F-9C2C66311109}" dt="2025-04-10T20:51:09.099" v="34" actId="26606"/>
          <ac:spMkLst>
            <pc:docMk/>
            <pc:sldMk cId="3982337555" sldId="273"/>
            <ac:spMk id="31" creationId="{A4E37431-20F0-4DD6-84A9-ED2B644943A2}"/>
          </ac:spMkLst>
        </pc:spChg>
        <pc:spChg chg="add del">
          <ac:chgData name="mansi kataria" userId="e3f3724dc6659319" providerId="LiveId" clId="{D7A4B78F-7E85-4416-B63F-9C2C66311109}" dt="2025-04-10T20:51:09.099" v="34" actId="26606"/>
          <ac:spMkLst>
            <pc:docMk/>
            <pc:sldMk cId="3982337555" sldId="273"/>
            <ac:spMk id="33" creationId="{0AE98B72-66C6-4AB4-AF0D-BA830DE86393}"/>
          </ac:spMkLst>
        </pc:spChg>
        <pc:spChg chg="add del">
          <ac:chgData name="mansi kataria" userId="e3f3724dc6659319" providerId="LiveId" clId="{D7A4B78F-7E85-4416-B63F-9C2C66311109}" dt="2025-04-10T20:51:09.099" v="34" actId="26606"/>
          <ac:spMkLst>
            <pc:docMk/>
            <pc:sldMk cId="3982337555" sldId="273"/>
            <ac:spMk id="35" creationId="{407EAFC6-733F-403D-BB4D-05A3A28742F1}"/>
          </ac:spMkLst>
        </pc:spChg>
        <pc:spChg chg="add del">
          <ac:chgData name="mansi kataria" userId="e3f3724dc6659319" providerId="LiveId" clId="{D7A4B78F-7E85-4416-B63F-9C2C66311109}" dt="2025-04-10T20:51:09.099" v="34" actId="26606"/>
          <ac:spMkLst>
            <pc:docMk/>
            <pc:sldMk cId="3982337555" sldId="273"/>
            <ac:spMk id="37" creationId="{17A36730-4CB0-4F61-AD11-A44C9765833F}"/>
          </ac:spMkLst>
        </pc:spChg>
        <pc:spChg chg="add del">
          <ac:chgData name="mansi kataria" userId="e3f3724dc6659319" providerId="LiveId" clId="{D7A4B78F-7E85-4416-B63F-9C2C66311109}" dt="2025-04-10T20:51:09.099" v="34" actId="26606"/>
          <ac:spMkLst>
            <pc:docMk/>
            <pc:sldMk cId="3982337555" sldId="273"/>
            <ac:spMk id="39" creationId="{C69C79E1-F916-4929-A4F3-DE763D4BFA57}"/>
          </ac:spMkLst>
        </pc:spChg>
        <pc:spChg chg="add del">
          <ac:chgData name="mansi kataria" userId="e3f3724dc6659319" providerId="LiveId" clId="{D7A4B78F-7E85-4416-B63F-9C2C66311109}" dt="2025-04-10T20:51:09.099" v="34" actId="26606"/>
          <ac:spMkLst>
            <pc:docMk/>
            <pc:sldMk cId="3982337555" sldId="273"/>
            <ac:spMk id="41" creationId="{767334AB-16BD-4EC7-8C6B-4B5171600933}"/>
          </ac:spMkLst>
        </pc:spChg>
        <pc:spChg chg="add">
          <ac:chgData name="mansi kataria" userId="e3f3724dc6659319" providerId="LiveId" clId="{D7A4B78F-7E85-4416-B63F-9C2C66311109}" dt="2025-04-10T20:51:09.189" v="35" actId="26606"/>
          <ac:spMkLst>
            <pc:docMk/>
            <pc:sldMk cId="3982337555" sldId="273"/>
            <ac:spMk id="43" creationId="{A8384FB5-9ADC-4DDC-881B-597D56F5B15D}"/>
          </ac:spMkLst>
        </pc:spChg>
        <pc:spChg chg="add">
          <ac:chgData name="mansi kataria" userId="e3f3724dc6659319" providerId="LiveId" clId="{D7A4B78F-7E85-4416-B63F-9C2C66311109}" dt="2025-04-10T20:51:09.189" v="35" actId="26606"/>
          <ac:spMkLst>
            <pc:docMk/>
            <pc:sldMk cId="3982337555" sldId="273"/>
            <ac:spMk id="44" creationId="{91E5A9A7-95C6-4F4F-B00E-C82E07FE62EF}"/>
          </ac:spMkLst>
        </pc:spChg>
        <pc:spChg chg="add">
          <ac:chgData name="mansi kataria" userId="e3f3724dc6659319" providerId="LiveId" clId="{D7A4B78F-7E85-4416-B63F-9C2C66311109}" dt="2025-04-10T20:51:09.189" v="35" actId="26606"/>
          <ac:spMkLst>
            <pc:docMk/>
            <pc:sldMk cId="3982337555" sldId="273"/>
            <ac:spMk id="45" creationId="{D07DD2DE-F619-49DD-B5E7-03A290FF4ED1}"/>
          </ac:spMkLst>
        </pc:spChg>
        <pc:spChg chg="add">
          <ac:chgData name="mansi kataria" userId="e3f3724dc6659319" providerId="LiveId" clId="{D7A4B78F-7E85-4416-B63F-9C2C66311109}" dt="2025-04-10T20:51:09.189" v="35" actId="26606"/>
          <ac:spMkLst>
            <pc:docMk/>
            <pc:sldMk cId="3982337555" sldId="273"/>
            <ac:spMk id="46" creationId="{85149191-5F60-4A28-AAFF-039F96B0F3EC}"/>
          </ac:spMkLst>
        </pc:spChg>
        <pc:spChg chg="add">
          <ac:chgData name="mansi kataria" userId="e3f3724dc6659319" providerId="LiveId" clId="{D7A4B78F-7E85-4416-B63F-9C2C66311109}" dt="2025-04-10T20:51:09.189" v="35" actId="26606"/>
          <ac:spMkLst>
            <pc:docMk/>
            <pc:sldMk cId="3982337555" sldId="273"/>
            <ac:spMk id="47" creationId="{F8260ED5-17F7-4158-B241-D51DD4CF1B7E}"/>
          </ac:spMkLst>
        </pc:spChg>
        <pc:grpChg chg="add del">
          <ac:chgData name="mansi kataria" userId="e3f3724dc6659319" providerId="LiveId" clId="{D7A4B78F-7E85-4416-B63F-9C2C66311109}" dt="2025-04-10T20:51:09.189" v="35" actId="26606"/>
          <ac:grpSpMkLst>
            <pc:docMk/>
            <pc:sldMk cId="3982337555" sldId="273"/>
            <ac:grpSpMk id="25" creationId="{36F3F807-D713-CA40-3016-75F2B9FC1813}"/>
          </ac:grpSpMkLst>
        </pc:grpChg>
        <pc:graphicFrameChg chg="add mod modGraphic">
          <ac:chgData name="mansi kataria" userId="e3f3724dc6659319" providerId="LiveId" clId="{D7A4B78F-7E85-4416-B63F-9C2C66311109}" dt="2025-04-10T20:58:02.193" v="52" actId="2711"/>
          <ac:graphicFrameMkLst>
            <pc:docMk/>
            <pc:sldMk cId="3982337555" sldId="273"/>
            <ac:graphicFrameMk id="4" creationId="{78EAF24A-286A-C78B-833A-1C1630999F3D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4DF2D8-FC42-4F91-A602-3C3A2D51969A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B58C92B-A861-4DCC-86F8-75381A9EF7A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A4ADABDE-B362-40B6-9E21-62723089664F}" type="parTrans" cxnId="{D72BEDE6-394B-4136-8D73-49E7FE3B90B0}">
      <dgm:prSet/>
      <dgm:spPr/>
      <dgm:t>
        <a:bodyPr/>
        <a:lstStyle/>
        <a:p>
          <a:endParaRPr lang="en-US"/>
        </a:p>
      </dgm:t>
    </dgm:pt>
    <dgm:pt modelId="{71D9652D-6F6A-4DB7-BBD4-240AAD6BFF8F}" type="sibTrans" cxnId="{D72BEDE6-394B-4136-8D73-49E7FE3B90B0}">
      <dgm:prSet/>
      <dgm:spPr/>
      <dgm:t>
        <a:bodyPr/>
        <a:lstStyle/>
        <a:p>
          <a:endParaRPr lang="en-US"/>
        </a:p>
      </dgm:t>
    </dgm:pt>
    <dgm:pt modelId="{4AB2590F-327A-46F8-B1BC-95718DBBF36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</a:p>
      </dgm:t>
    </dgm:pt>
    <dgm:pt modelId="{FDA69053-79F5-4124-8C18-85FD0C247AB8}" type="parTrans" cxnId="{0EBB42D4-2E67-4698-91DD-8A526FB547B0}">
      <dgm:prSet/>
      <dgm:spPr/>
      <dgm:t>
        <a:bodyPr/>
        <a:lstStyle/>
        <a:p>
          <a:endParaRPr lang="en-US"/>
        </a:p>
      </dgm:t>
    </dgm:pt>
    <dgm:pt modelId="{FB9D0363-C574-4D3A-8AB6-4F7C54993917}" type="sibTrans" cxnId="{0EBB42D4-2E67-4698-91DD-8A526FB547B0}">
      <dgm:prSet/>
      <dgm:spPr/>
      <dgm:t>
        <a:bodyPr/>
        <a:lstStyle/>
        <a:p>
          <a:endParaRPr lang="en-US"/>
        </a:p>
      </dgm:t>
    </dgm:pt>
    <dgm:pt modelId="{9778C8FE-067F-4ECE-AC1A-5221A92EAB2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</a:p>
      </dgm:t>
    </dgm:pt>
    <dgm:pt modelId="{87819714-9659-4F67-AA1A-3B4766C18848}" type="parTrans" cxnId="{A979BE19-278F-464D-9EB0-3B0E2CA1B17B}">
      <dgm:prSet/>
      <dgm:spPr/>
      <dgm:t>
        <a:bodyPr/>
        <a:lstStyle/>
        <a:p>
          <a:endParaRPr lang="en-US"/>
        </a:p>
      </dgm:t>
    </dgm:pt>
    <dgm:pt modelId="{E9361441-B7C7-41A7-B93E-4DE35B0EADF5}" type="sibTrans" cxnId="{A979BE19-278F-464D-9EB0-3B0E2CA1B17B}">
      <dgm:prSet/>
      <dgm:spPr/>
      <dgm:t>
        <a:bodyPr/>
        <a:lstStyle/>
        <a:p>
          <a:endParaRPr lang="en-US"/>
        </a:p>
      </dgm:t>
    </dgm:pt>
    <dgm:pt modelId="{A48B3323-6530-4F77-AB99-2F50F152427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Hive Analysis (5 insights)</a:t>
          </a:r>
        </a:p>
      </dgm:t>
    </dgm:pt>
    <dgm:pt modelId="{96748019-3957-4D17-9275-1B4C19F0FF1F}" type="parTrans" cxnId="{E4CF366D-81CB-46FD-9A3A-C3B2F3BE654F}">
      <dgm:prSet/>
      <dgm:spPr/>
      <dgm:t>
        <a:bodyPr/>
        <a:lstStyle/>
        <a:p>
          <a:endParaRPr lang="en-US"/>
        </a:p>
      </dgm:t>
    </dgm:pt>
    <dgm:pt modelId="{9604AAC9-82EE-4138-B6AA-063DDCD37B06}" type="sibTrans" cxnId="{E4CF366D-81CB-46FD-9A3A-C3B2F3BE654F}">
      <dgm:prSet/>
      <dgm:spPr/>
      <dgm:t>
        <a:bodyPr/>
        <a:lstStyle/>
        <a:p>
          <a:endParaRPr lang="en-US"/>
        </a:p>
      </dgm:t>
    </dgm:pt>
    <dgm:pt modelId="{18D14C7E-EBD0-4DE3-926D-1281B3444AF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Zeppelin &amp; Spark Analysis (5 insights)</a:t>
          </a:r>
        </a:p>
      </dgm:t>
    </dgm:pt>
    <dgm:pt modelId="{F9A9960D-C698-428C-AE72-8C2BC07A6583}" type="parTrans" cxnId="{F4FB2275-824E-4283-AA6C-7AFE8035A2E8}">
      <dgm:prSet/>
      <dgm:spPr/>
      <dgm:t>
        <a:bodyPr/>
        <a:lstStyle/>
        <a:p>
          <a:endParaRPr lang="en-US"/>
        </a:p>
      </dgm:t>
    </dgm:pt>
    <dgm:pt modelId="{5266F4AE-620D-4E00-BD19-3B956397394E}" type="sibTrans" cxnId="{F4FB2275-824E-4283-AA6C-7AFE8035A2E8}">
      <dgm:prSet/>
      <dgm:spPr/>
      <dgm:t>
        <a:bodyPr/>
        <a:lstStyle/>
        <a:p>
          <a:endParaRPr lang="en-US"/>
        </a:p>
      </dgm:t>
    </dgm:pt>
    <dgm:pt modelId="{FD54ED6C-56C1-4021-90AD-CD5C0581269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1180B808-EA05-46A5-A8B1-5E29FB2FD8CA}" type="parTrans" cxnId="{5361770C-E394-44C6-9AEE-5176DE9769F3}">
      <dgm:prSet/>
      <dgm:spPr/>
      <dgm:t>
        <a:bodyPr/>
        <a:lstStyle/>
        <a:p>
          <a:endParaRPr lang="en-US"/>
        </a:p>
      </dgm:t>
    </dgm:pt>
    <dgm:pt modelId="{B462AFF2-51E5-4AA0-959F-D4109CC58C2E}" type="sibTrans" cxnId="{5361770C-E394-44C6-9AEE-5176DE9769F3}">
      <dgm:prSet/>
      <dgm:spPr/>
      <dgm:t>
        <a:bodyPr/>
        <a:lstStyle/>
        <a:p>
          <a:endParaRPr lang="en-US"/>
        </a:p>
      </dgm:t>
    </dgm:pt>
    <dgm:pt modelId="{F0329768-8963-4749-9859-FFD45C1D2B2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Q&amp;A</a:t>
          </a:r>
        </a:p>
      </dgm:t>
    </dgm:pt>
    <dgm:pt modelId="{19801919-034F-4133-B739-8B0201237BCE}" type="parTrans" cxnId="{FF279B6F-6594-4AEA-88CE-4EFB0C5AB83C}">
      <dgm:prSet/>
      <dgm:spPr/>
      <dgm:t>
        <a:bodyPr/>
        <a:lstStyle/>
        <a:p>
          <a:endParaRPr lang="en-US"/>
        </a:p>
      </dgm:t>
    </dgm:pt>
    <dgm:pt modelId="{57BDE439-8C88-414D-911C-E1DE8FBC4B87}" type="sibTrans" cxnId="{FF279B6F-6594-4AEA-88CE-4EFB0C5AB83C}">
      <dgm:prSet/>
      <dgm:spPr/>
      <dgm:t>
        <a:bodyPr/>
        <a:lstStyle/>
        <a:p>
          <a:endParaRPr lang="en-US"/>
        </a:p>
      </dgm:t>
    </dgm:pt>
    <dgm:pt modelId="{CCD83FB1-2D70-470E-BADD-251F81DEA6ED}" type="pres">
      <dgm:prSet presAssocID="{074DF2D8-FC42-4F91-A602-3C3A2D51969A}" presName="vert0" presStyleCnt="0">
        <dgm:presLayoutVars>
          <dgm:dir/>
          <dgm:animOne val="branch"/>
          <dgm:animLvl val="lvl"/>
        </dgm:presLayoutVars>
      </dgm:prSet>
      <dgm:spPr/>
    </dgm:pt>
    <dgm:pt modelId="{FC3CEB46-2822-4112-B4DE-D88B8B097BBF}" type="pres">
      <dgm:prSet presAssocID="{AB58C92B-A861-4DCC-86F8-75381A9EF7AF}" presName="thickLine" presStyleLbl="alignNode1" presStyleIdx="0" presStyleCnt="7"/>
      <dgm:spPr/>
    </dgm:pt>
    <dgm:pt modelId="{30544D7E-BC17-43BC-B8CD-A1A81F63144B}" type="pres">
      <dgm:prSet presAssocID="{AB58C92B-A861-4DCC-86F8-75381A9EF7AF}" presName="horz1" presStyleCnt="0"/>
      <dgm:spPr/>
    </dgm:pt>
    <dgm:pt modelId="{B0F51616-70D8-4336-B87B-59F53524CA04}" type="pres">
      <dgm:prSet presAssocID="{AB58C92B-A861-4DCC-86F8-75381A9EF7AF}" presName="tx1" presStyleLbl="revTx" presStyleIdx="0" presStyleCnt="7"/>
      <dgm:spPr/>
    </dgm:pt>
    <dgm:pt modelId="{3B9FA632-BE29-48C1-A712-81BE792007D4}" type="pres">
      <dgm:prSet presAssocID="{AB58C92B-A861-4DCC-86F8-75381A9EF7AF}" presName="vert1" presStyleCnt="0"/>
      <dgm:spPr/>
    </dgm:pt>
    <dgm:pt modelId="{9C37F92C-02E2-44B9-BF49-B56BFC775FCE}" type="pres">
      <dgm:prSet presAssocID="{4AB2590F-327A-46F8-B1BC-95718DBBF363}" presName="thickLine" presStyleLbl="alignNode1" presStyleIdx="1" presStyleCnt="7"/>
      <dgm:spPr/>
    </dgm:pt>
    <dgm:pt modelId="{203C15C4-6366-4841-92D2-C0BB57F14BCC}" type="pres">
      <dgm:prSet presAssocID="{4AB2590F-327A-46F8-B1BC-95718DBBF363}" presName="horz1" presStyleCnt="0"/>
      <dgm:spPr/>
    </dgm:pt>
    <dgm:pt modelId="{BF6FB43F-15F0-4F2A-982C-15E5A240E453}" type="pres">
      <dgm:prSet presAssocID="{4AB2590F-327A-46F8-B1BC-95718DBBF363}" presName="tx1" presStyleLbl="revTx" presStyleIdx="1" presStyleCnt="7"/>
      <dgm:spPr/>
    </dgm:pt>
    <dgm:pt modelId="{B941CE3F-0700-46E0-A9E6-CE9BCC3D7AF4}" type="pres">
      <dgm:prSet presAssocID="{4AB2590F-327A-46F8-B1BC-95718DBBF363}" presName="vert1" presStyleCnt="0"/>
      <dgm:spPr/>
    </dgm:pt>
    <dgm:pt modelId="{7FA58CA6-3322-4E71-8ADC-BD47F30E14DC}" type="pres">
      <dgm:prSet presAssocID="{9778C8FE-067F-4ECE-AC1A-5221A92EAB21}" presName="thickLine" presStyleLbl="alignNode1" presStyleIdx="2" presStyleCnt="7"/>
      <dgm:spPr/>
    </dgm:pt>
    <dgm:pt modelId="{91AD69F5-E5CA-4E7A-B49E-55933F0CB84E}" type="pres">
      <dgm:prSet presAssocID="{9778C8FE-067F-4ECE-AC1A-5221A92EAB21}" presName="horz1" presStyleCnt="0"/>
      <dgm:spPr/>
    </dgm:pt>
    <dgm:pt modelId="{F44E8792-72F9-4B90-A27B-9E5065B24217}" type="pres">
      <dgm:prSet presAssocID="{9778C8FE-067F-4ECE-AC1A-5221A92EAB21}" presName="tx1" presStyleLbl="revTx" presStyleIdx="2" presStyleCnt="7"/>
      <dgm:spPr/>
    </dgm:pt>
    <dgm:pt modelId="{81EECEFF-22E5-41FA-BF1D-DBB09DE56657}" type="pres">
      <dgm:prSet presAssocID="{9778C8FE-067F-4ECE-AC1A-5221A92EAB21}" presName="vert1" presStyleCnt="0"/>
      <dgm:spPr/>
    </dgm:pt>
    <dgm:pt modelId="{DF546FFE-2142-4182-818B-9C826F8ACB98}" type="pres">
      <dgm:prSet presAssocID="{A48B3323-6530-4F77-AB99-2F50F1524276}" presName="thickLine" presStyleLbl="alignNode1" presStyleIdx="3" presStyleCnt="7"/>
      <dgm:spPr/>
    </dgm:pt>
    <dgm:pt modelId="{A310D8BA-BED6-4114-81C5-58ADED1D10BF}" type="pres">
      <dgm:prSet presAssocID="{A48B3323-6530-4F77-AB99-2F50F1524276}" presName="horz1" presStyleCnt="0"/>
      <dgm:spPr/>
    </dgm:pt>
    <dgm:pt modelId="{F5C68522-5199-47AC-882F-D1A87E0733B0}" type="pres">
      <dgm:prSet presAssocID="{A48B3323-6530-4F77-AB99-2F50F1524276}" presName="tx1" presStyleLbl="revTx" presStyleIdx="3" presStyleCnt="7"/>
      <dgm:spPr/>
    </dgm:pt>
    <dgm:pt modelId="{9D8FC486-C5F1-40E6-8E24-4DFF7ACF550C}" type="pres">
      <dgm:prSet presAssocID="{A48B3323-6530-4F77-AB99-2F50F1524276}" presName="vert1" presStyleCnt="0"/>
      <dgm:spPr/>
    </dgm:pt>
    <dgm:pt modelId="{9F8C9335-F42F-4287-A620-05255AAE00C5}" type="pres">
      <dgm:prSet presAssocID="{18D14C7E-EBD0-4DE3-926D-1281B3444AF7}" presName="thickLine" presStyleLbl="alignNode1" presStyleIdx="4" presStyleCnt="7"/>
      <dgm:spPr/>
    </dgm:pt>
    <dgm:pt modelId="{714C97C5-3152-4A48-87EB-EED35EEED625}" type="pres">
      <dgm:prSet presAssocID="{18D14C7E-EBD0-4DE3-926D-1281B3444AF7}" presName="horz1" presStyleCnt="0"/>
      <dgm:spPr/>
    </dgm:pt>
    <dgm:pt modelId="{92178DEB-87B0-4B7E-AB5B-286D49EA773E}" type="pres">
      <dgm:prSet presAssocID="{18D14C7E-EBD0-4DE3-926D-1281B3444AF7}" presName="tx1" presStyleLbl="revTx" presStyleIdx="4" presStyleCnt="7"/>
      <dgm:spPr/>
    </dgm:pt>
    <dgm:pt modelId="{0D7F46E3-B340-4CF5-A605-8ECC59171AF1}" type="pres">
      <dgm:prSet presAssocID="{18D14C7E-EBD0-4DE3-926D-1281B3444AF7}" presName="vert1" presStyleCnt="0"/>
      <dgm:spPr/>
    </dgm:pt>
    <dgm:pt modelId="{C96C793A-F4E4-451A-8512-23E342DC08C1}" type="pres">
      <dgm:prSet presAssocID="{FD54ED6C-56C1-4021-90AD-CD5C05812696}" presName="thickLine" presStyleLbl="alignNode1" presStyleIdx="5" presStyleCnt="7"/>
      <dgm:spPr/>
    </dgm:pt>
    <dgm:pt modelId="{554FE61B-EFC6-4DDD-B2F9-17335DEF6743}" type="pres">
      <dgm:prSet presAssocID="{FD54ED6C-56C1-4021-90AD-CD5C05812696}" presName="horz1" presStyleCnt="0"/>
      <dgm:spPr/>
    </dgm:pt>
    <dgm:pt modelId="{5260A13A-8473-4A58-955C-DCC8741E513D}" type="pres">
      <dgm:prSet presAssocID="{FD54ED6C-56C1-4021-90AD-CD5C05812696}" presName="tx1" presStyleLbl="revTx" presStyleIdx="5" presStyleCnt="7"/>
      <dgm:spPr/>
    </dgm:pt>
    <dgm:pt modelId="{8A79D1D5-A1B9-45A7-A571-8410DA624910}" type="pres">
      <dgm:prSet presAssocID="{FD54ED6C-56C1-4021-90AD-CD5C05812696}" presName="vert1" presStyleCnt="0"/>
      <dgm:spPr/>
    </dgm:pt>
    <dgm:pt modelId="{B0D3FC7B-2636-4B8E-BE5A-4B1DFFB3A1EA}" type="pres">
      <dgm:prSet presAssocID="{F0329768-8963-4749-9859-FFD45C1D2B2C}" presName="thickLine" presStyleLbl="alignNode1" presStyleIdx="6" presStyleCnt="7"/>
      <dgm:spPr/>
    </dgm:pt>
    <dgm:pt modelId="{BACC3801-FCBE-4DB2-9628-7AD882397557}" type="pres">
      <dgm:prSet presAssocID="{F0329768-8963-4749-9859-FFD45C1D2B2C}" presName="horz1" presStyleCnt="0"/>
      <dgm:spPr/>
    </dgm:pt>
    <dgm:pt modelId="{4D875915-7831-4CBD-A664-45ADBF7886C7}" type="pres">
      <dgm:prSet presAssocID="{F0329768-8963-4749-9859-FFD45C1D2B2C}" presName="tx1" presStyleLbl="revTx" presStyleIdx="6" presStyleCnt="7"/>
      <dgm:spPr/>
    </dgm:pt>
    <dgm:pt modelId="{A878D29B-5382-442D-B226-44C6E91F7015}" type="pres">
      <dgm:prSet presAssocID="{F0329768-8963-4749-9859-FFD45C1D2B2C}" presName="vert1" presStyleCnt="0"/>
      <dgm:spPr/>
    </dgm:pt>
  </dgm:ptLst>
  <dgm:cxnLst>
    <dgm:cxn modelId="{BC128602-258E-48DA-BD05-93911C7418CF}" type="presOf" srcId="{FD54ED6C-56C1-4021-90AD-CD5C05812696}" destId="{5260A13A-8473-4A58-955C-DCC8741E513D}" srcOrd="0" destOrd="0" presId="urn:microsoft.com/office/officeart/2008/layout/LinedList"/>
    <dgm:cxn modelId="{5361770C-E394-44C6-9AEE-5176DE9769F3}" srcId="{074DF2D8-FC42-4F91-A602-3C3A2D51969A}" destId="{FD54ED6C-56C1-4021-90AD-CD5C05812696}" srcOrd="5" destOrd="0" parTransId="{1180B808-EA05-46A5-A8B1-5E29FB2FD8CA}" sibTransId="{B462AFF2-51E5-4AA0-959F-D4109CC58C2E}"/>
    <dgm:cxn modelId="{A979BE19-278F-464D-9EB0-3B0E2CA1B17B}" srcId="{074DF2D8-FC42-4F91-A602-3C3A2D51969A}" destId="{9778C8FE-067F-4ECE-AC1A-5221A92EAB21}" srcOrd="2" destOrd="0" parTransId="{87819714-9659-4F67-AA1A-3B4766C18848}" sibTransId="{E9361441-B7C7-41A7-B93E-4DE35B0EADF5}"/>
    <dgm:cxn modelId="{BCEF5729-5BE7-44CB-9AE5-1787220D7F6C}" type="presOf" srcId="{F0329768-8963-4749-9859-FFD45C1D2B2C}" destId="{4D875915-7831-4CBD-A664-45ADBF7886C7}" srcOrd="0" destOrd="0" presId="urn:microsoft.com/office/officeart/2008/layout/LinedList"/>
    <dgm:cxn modelId="{5E4CD946-0682-4946-A7A7-B4700D1B2697}" type="presOf" srcId="{4AB2590F-327A-46F8-B1BC-95718DBBF363}" destId="{BF6FB43F-15F0-4F2A-982C-15E5A240E453}" srcOrd="0" destOrd="0" presId="urn:microsoft.com/office/officeart/2008/layout/LinedList"/>
    <dgm:cxn modelId="{E4CF366D-81CB-46FD-9A3A-C3B2F3BE654F}" srcId="{074DF2D8-FC42-4F91-A602-3C3A2D51969A}" destId="{A48B3323-6530-4F77-AB99-2F50F1524276}" srcOrd="3" destOrd="0" parTransId="{96748019-3957-4D17-9275-1B4C19F0FF1F}" sibTransId="{9604AAC9-82EE-4138-B6AA-063DDCD37B06}"/>
    <dgm:cxn modelId="{FF279B6F-6594-4AEA-88CE-4EFB0C5AB83C}" srcId="{074DF2D8-FC42-4F91-A602-3C3A2D51969A}" destId="{F0329768-8963-4749-9859-FFD45C1D2B2C}" srcOrd="6" destOrd="0" parTransId="{19801919-034F-4133-B739-8B0201237BCE}" sibTransId="{57BDE439-8C88-414D-911C-E1DE8FBC4B87}"/>
    <dgm:cxn modelId="{F4FB2275-824E-4283-AA6C-7AFE8035A2E8}" srcId="{074DF2D8-FC42-4F91-A602-3C3A2D51969A}" destId="{18D14C7E-EBD0-4DE3-926D-1281B3444AF7}" srcOrd="4" destOrd="0" parTransId="{F9A9960D-C698-428C-AE72-8C2BC07A6583}" sibTransId="{5266F4AE-620D-4E00-BD19-3B956397394E}"/>
    <dgm:cxn modelId="{BF0AFB91-62F6-4142-ABA3-CB4CBCBBA142}" type="presOf" srcId="{9778C8FE-067F-4ECE-AC1A-5221A92EAB21}" destId="{F44E8792-72F9-4B90-A27B-9E5065B24217}" srcOrd="0" destOrd="0" presId="urn:microsoft.com/office/officeart/2008/layout/LinedList"/>
    <dgm:cxn modelId="{F790149B-2888-4FFB-A307-941B37BFCE95}" type="presOf" srcId="{AB58C92B-A861-4DCC-86F8-75381A9EF7AF}" destId="{B0F51616-70D8-4336-B87B-59F53524CA04}" srcOrd="0" destOrd="0" presId="urn:microsoft.com/office/officeart/2008/layout/LinedList"/>
    <dgm:cxn modelId="{C7949DAA-11DE-4C51-A52D-2DB1EE4ED3EA}" type="presOf" srcId="{074DF2D8-FC42-4F91-A602-3C3A2D51969A}" destId="{CCD83FB1-2D70-470E-BADD-251F81DEA6ED}" srcOrd="0" destOrd="0" presId="urn:microsoft.com/office/officeart/2008/layout/LinedList"/>
    <dgm:cxn modelId="{F7FFB8AC-3EED-4287-8476-A7A4B013CAAC}" type="presOf" srcId="{18D14C7E-EBD0-4DE3-926D-1281B3444AF7}" destId="{92178DEB-87B0-4B7E-AB5B-286D49EA773E}" srcOrd="0" destOrd="0" presId="urn:microsoft.com/office/officeart/2008/layout/LinedList"/>
    <dgm:cxn modelId="{0EBB42D4-2E67-4698-91DD-8A526FB547B0}" srcId="{074DF2D8-FC42-4F91-A602-3C3A2D51969A}" destId="{4AB2590F-327A-46F8-B1BC-95718DBBF363}" srcOrd="1" destOrd="0" parTransId="{FDA69053-79F5-4124-8C18-85FD0C247AB8}" sibTransId="{FB9D0363-C574-4D3A-8AB6-4F7C54993917}"/>
    <dgm:cxn modelId="{D72BEDE6-394B-4136-8D73-49E7FE3B90B0}" srcId="{074DF2D8-FC42-4F91-A602-3C3A2D51969A}" destId="{AB58C92B-A861-4DCC-86F8-75381A9EF7AF}" srcOrd="0" destOrd="0" parTransId="{A4ADABDE-B362-40B6-9E21-62723089664F}" sibTransId="{71D9652D-6F6A-4DB7-BBD4-240AAD6BFF8F}"/>
    <dgm:cxn modelId="{C915E8EC-F0D7-4C46-BA33-65045835624A}" type="presOf" srcId="{A48B3323-6530-4F77-AB99-2F50F1524276}" destId="{F5C68522-5199-47AC-882F-D1A87E0733B0}" srcOrd="0" destOrd="0" presId="urn:microsoft.com/office/officeart/2008/layout/LinedList"/>
    <dgm:cxn modelId="{071465FF-D854-417D-A33C-6CEA99307E66}" type="presParOf" srcId="{CCD83FB1-2D70-470E-BADD-251F81DEA6ED}" destId="{FC3CEB46-2822-4112-B4DE-D88B8B097BBF}" srcOrd="0" destOrd="0" presId="urn:microsoft.com/office/officeart/2008/layout/LinedList"/>
    <dgm:cxn modelId="{9B5E4512-EC6B-44A6-BA32-093BD64FBBA6}" type="presParOf" srcId="{CCD83FB1-2D70-470E-BADD-251F81DEA6ED}" destId="{30544D7E-BC17-43BC-B8CD-A1A81F63144B}" srcOrd="1" destOrd="0" presId="urn:microsoft.com/office/officeart/2008/layout/LinedList"/>
    <dgm:cxn modelId="{789BD97D-58CF-4206-A758-51408D8AB48F}" type="presParOf" srcId="{30544D7E-BC17-43BC-B8CD-A1A81F63144B}" destId="{B0F51616-70D8-4336-B87B-59F53524CA04}" srcOrd="0" destOrd="0" presId="urn:microsoft.com/office/officeart/2008/layout/LinedList"/>
    <dgm:cxn modelId="{B4B034CB-F9A2-4C96-869A-99A4C73828B0}" type="presParOf" srcId="{30544D7E-BC17-43BC-B8CD-A1A81F63144B}" destId="{3B9FA632-BE29-48C1-A712-81BE792007D4}" srcOrd="1" destOrd="0" presId="urn:microsoft.com/office/officeart/2008/layout/LinedList"/>
    <dgm:cxn modelId="{10B10BB8-5334-4C3E-A77D-B442B0148E51}" type="presParOf" srcId="{CCD83FB1-2D70-470E-BADD-251F81DEA6ED}" destId="{9C37F92C-02E2-44B9-BF49-B56BFC775FCE}" srcOrd="2" destOrd="0" presId="urn:microsoft.com/office/officeart/2008/layout/LinedList"/>
    <dgm:cxn modelId="{1B1F0667-3E7C-4C95-8629-30817700E235}" type="presParOf" srcId="{CCD83FB1-2D70-470E-BADD-251F81DEA6ED}" destId="{203C15C4-6366-4841-92D2-C0BB57F14BCC}" srcOrd="3" destOrd="0" presId="urn:microsoft.com/office/officeart/2008/layout/LinedList"/>
    <dgm:cxn modelId="{460B92BE-FDD2-427F-A368-731FBD44ED07}" type="presParOf" srcId="{203C15C4-6366-4841-92D2-C0BB57F14BCC}" destId="{BF6FB43F-15F0-4F2A-982C-15E5A240E453}" srcOrd="0" destOrd="0" presId="urn:microsoft.com/office/officeart/2008/layout/LinedList"/>
    <dgm:cxn modelId="{24B16D97-6B8F-4EBE-8E01-09A0CD508AE5}" type="presParOf" srcId="{203C15C4-6366-4841-92D2-C0BB57F14BCC}" destId="{B941CE3F-0700-46E0-A9E6-CE9BCC3D7AF4}" srcOrd="1" destOrd="0" presId="urn:microsoft.com/office/officeart/2008/layout/LinedList"/>
    <dgm:cxn modelId="{AD7C44E6-5B89-49EE-913E-7D7CA73C9D10}" type="presParOf" srcId="{CCD83FB1-2D70-470E-BADD-251F81DEA6ED}" destId="{7FA58CA6-3322-4E71-8ADC-BD47F30E14DC}" srcOrd="4" destOrd="0" presId="urn:microsoft.com/office/officeart/2008/layout/LinedList"/>
    <dgm:cxn modelId="{410CF910-8FF1-43E3-B5B5-7AB89E6FBB87}" type="presParOf" srcId="{CCD83FB1-2D70-470E-BADD-251F81DEA6ED}" destId="{91AD69F5-E5CA-4E7A-B49E-55933F0CB84E}" srcOrd="5" destOrd="0" presId="urn:microsoft.com/office/officeart/2008/layout/LinedList"/>
    <dgm:cxn modelId="{D0D496F5-C5C9-496B-8D47-DBA7100FC45D}" type="presParOf" srcId="{91AD69F5-E5CA-4E7A-B49E-55933F0CB84E}" destId="{F44E8792-72F9-4B90-A27B-9E5065B24217}" srcOrd="0" destOrd="0" presId="urn:microsoft.com/office/officeart/2008/layout/LinedList"/>
    <dgm:cxn modelId="{B325C621-D625-4D8F-B504-5BB9565C583F}" type="presParOf" srcId="{91AD69F5-E5CA-4E7A-B49E-55933F0CB84E}" destId="{81EECEFF-22E5-41FA-BF1D-DBB09DE56657}" srcOrd="1" destOrd="0" presId="urn:microsoft.com/office/officeart/2008/layout/LinedList"/>
    <dgm:cxn modelId="{91B093CE-06CD-482B-89D1-A2D4FDD8C2C3}" type="presParOf" srcId="{CCD83FB1-2D70-470E-BADD-251F81DEA6ED}" destId="{DF546FFE-2142-4182-818B-9C826F8ACB98}" srcOrd="6" destOrd="0" presId="urn:microsoft.com/office/officeart/2008/layout/LinedList"/>
    <dgm:cxn modelId="{F8181090-5049-4FF3-A4A2-566908D87127}" type="presParOf" srcId="{CCD83FB1-2D70-470E-BADD-251F81DEA6ED}" destId="{A310D8BA-BED6-4114-81C5-58ADED1D10BF}" srcOrd="7" destOrd="0" presId="urn:microsoft.com/office/officeart/2008/layout/LinedList"/>
    <dgm:cxn modelId="{D65A3EBF-F44E-4426-84D2-C9A28F3895B4}" type="presParOf" srcId="{A310D8BA-BED6-4114-81C5-58ADED1D10BF}" destId="{F5C68522-5199-47AC-882F-D1A87E0733B0}" srcOrd="0" destOrd="0" presId="urn:microsoft.com/office/officeart/2008/layout/LinedList"/>
    <dgm:cxn modelId="{06CA2644-3B23-402C-9D8F-2F4570B6696A}" type="presParOf" srcId="{A310D8BA-BED6-4114-81C5-58ADED1D10BF}" destId="{9D8FC486-C5F1-40E6-8E24-4DFF7ACF550C}" srcOrd="1" destOrd="0" presId="urn:microsoft.com/office/officeart/2008/layout/LinedList"/>
    <dgm:cxn modelId="{A680ADE1-B0C1-418A-997E-A05ABFCF8640}" type="presParOf" srcId="{CCD83FB1-2D70-470E-BADD-251F81DEA6ED}" destId="{9F8C9335-F42F-4287-A620-05255AAE00C5}" srcOrd="8" destOrd="0" presId="urn:microsoft.com/office/officeart/2008/layout/LinedList"/>
    <dgm:cxn modelId="{A56F44F7-340A-49F6-AB7B-122134277998}" type="presParOf" srcId="{CCD83FB1-2D70-470E-BADD-251F81DEA6ED}" destId="{714C97C5-3152-4A48-87EB-EED35EEED625}" srcOrd="9" destOrd="0" presId="urn:microsoft.com/office/officeart/2008/layout/LinedList"/>
    <dgm:cxn modelId="{C69BFC65-FF46-4141-91C9-938A64D6D757}" type="presParOf" srcId="{714C97C5-3152-4A48-87EB-EED35EEED625}" destId="{92178DEB-87B0-4B7E-AB5B-286D49EA773E}" srcOrd="0" destOrd="0" presId="urn:microsoft.com/office/officeart/2008/layout/LinedList"/>
    <dgm:cxn modelId="{F90F50FB-A4D5-49F1-8A83-4237B5B97ECF}" type="presParOf" srcId="{714C97C5-3152-4A48-87EB-EED35EEED625}" destId="{0D7F46E3-B340-4CF5-A605-8ECC59171AF1}" srcOrd="1" destOrd="0" presId="urn:microsoft.com/office/officeart/2008/layout/LinedList"/>
    <dgm:cxn modelId="{7E8D5F65-04FD-4375-9432-56A694668B20}" type="presParOf" srcId="{CCD83FB1-2D70-470E-BADD-251F81DEA6ED}" destId="{C96C793A-F4E4-451A-8512-23E342DC08C1}" srcOrd="10" destOrd="0" presId="urn:microsoft.com/office/officeart/2008/layout/LinedList"/>
    <dgm:cxn modelId="{992D445A-6A65-469A-98A5-9AEE65D7DC52}" type="presParOf" srcId="{CCD83FB1-2D70-470E-BADD-251F81DEA6ED}" destId="{554FE61B-EFC6-4DDD-B2F9-17335DEF6743}" srcOrd="11" destOrd="0" presId="urn:microsoft.com/office/officeart/2008/layout/LinedList"/>
    <dgm:cxn modelId="{4B141B3E-BA25-4F0B-BD69-EA18DF6DBC54}" type="presParOf" srcId="{554FE61B-EFC6-4DDD-B2F9-17335DEF6743}" destId="{5260A13A-8473-4A58-955C-DCC8741E513D}" srcOrd="0" destOrd="0" presId="urn:microsoft.com/office/officeart/2008/layout/LinedList"/>
    <dgm:cxn modelId="{504F5E72-7D90-4DEA-90D5-490297FC2170}" type="presParOf" srcId="{554FE61B-EFC6-4DDD-B2F9-17335DEF6743}" destId="{8A79D1D5-A1B9-45A7-A571-8410DA624910}" srcOrd="1" destOrd="0" presId="urn:microsoft.com/office/officeart/2008/layout/LinedList"/>
    <dgm:cxn modelId="{95961DEB-A1DB-45EB-8EB9-8940F8548C13}" type="presParOf" srcId="{CCD83FB1-2D70-470E-BADD-251F81DEA6ED}" destId="{B0D3FC7B-2636-4B8E-BE5A-4B1DFFB3A1EA}" srcOrd="12" destOrd="0" presId="urn:microsoft.com/office/officeart/2008/layout/LinedList"/>
    <dgm:cxn modelId="{D7476D29-9849-4DE3-8FD3-EAB12F1E2F5C}" type="presParOf" srcId="{CCD83FB1-2D70-470E-BADD-251F81DEA6ED}" destId="{BACC3801-FCBE-4DB2-9628-7AD882397557}" srcOrd="13" destOrd="0" presId="urn:microsoft.com/office/officeart/2008/layout/LinedList"/>
    <dgm:cxn modelId="{AC879469-E3A2-46CF-9F5A-BA23F3259935}" type="presParOf" srcId="{BACC3801-FCBE-4DB2-9628-7AD882397557}" destId="{4D875915-7831-4CBD-A664-45ADBF7886C7}" srcOrd="0" destOrd="0" presId="urn:microsoft.com/office/officeart/2008/layout/LinedList"/>
    <dgm:cxn modelId="{EB21E674-3B1D-4FEF-AB09-8D7D04AE12D2}" type="presParOf" srcId="{BACC3801-FCBE-4DB2-9628-7AD882397557}" destId="{A878D29B-5382-442D-B226-44C6E91F701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C15D3C-2CE8-48FA-8252-C66352740F77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B6813A-85C4-40A3-838B-CF718EC4891A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1. HDFS (Hadoop Distributed File System)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099BA9-504C-4CAE-B729-FF5F9513A38D}" type="parTrans" cxnId="{22B0C49D-858E-4DA2-915F-EDF16B9D78BC}">
      <dgm:prSet/>
      <dgm:spPr/>
      <dgm:t>
        <a:bodyPr/>
        <a:lstStyle/>
        <a:p>
          <a:endParaRPr lang="en-US"/>
        </a:p>
      </dgm:t>
    </dgm:pt>
    <dgm:pt modelId="{87DF5AB0-556A-45A2-B355-2FD70EB1E06E}" type="sibTrans" cxnId="{22B0C49D-858E-4DA2-915F-EDF16B9D78BC}">
      <dgm:prSet/>
      <dgm:spPr/>
      <dgm:t>
        <a:bodyPr/>
        <a:lstStyle/>
        <a:p>
          <a:endParaRPr lang="en-US"/>
        </a:p>
      </dgm:t>
    </dgm:pt>
    <dgm:pt modelId="{F0844CE2-B722-4F55-A277-CA36E22790F5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Uploaded the full 10,000-row CSV dataset using terminal commands.</a:t>
          </a:r>
        </a:p>
      </dgm:t>
    </dgm:pt>
    <dgm:pt modelId="{9C46A699-198C-4639-812B-AF64BD1EDBF8}" type="parTrans" cxnId="{460283ED-A874-4568-9516-7BE68EA09407}">
      <dgm:prSet/>
      <dgm:spPr/>
      <dgm:t>
        <a:bodyPr/>
        <a:lstStyle/>
        <a:p>
          <a:endParaRPr lang="en-US"/>
        </a:p>
      </dgm:t>
    </dgm:pt>
    <dgm:pt modelId="{0235AF85-73D3-4C71-8F62-A7F2AE4B63B6}" type="sibTrans" cxnId="{460283ED-A874-4568-9516-7BE68EA09407}">
      <dgm:prSet/>
      <dgm:spPr/>
      <dgm:t>
        <a:bodyPr/>
        <a:lstStyle/>
        <a:p>
          <a:endParaRPr lang="en-US"/>
        </a:p>
      </dgm:t>
    </dgm:pt>
    <dgm:pt modelId="{7E192756-2CB7-41EE-AA43-4F0887D03840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Ensured proper directory setup in HDFS for accessibility.</a:t>
          </a:r>
        </a:p>
      </dgm:t>
    </dgm:pt>
    <dgm:pt modelId="{744056EC-8322-4650-94E3-81236F552141}" type="parTrans" cxnId="{51266E50-5137-4AC3-AD09-9591E5AEAB69}">
      <dgm:prSet/>
      <dgm:spPr/>
      <dgm:t>
        <a:bodyPr/>
        <a:lstStyle/>
        <a:p>
          <a:endParaRPr lang="en-US"/>
        </a:p>
      </dgm:t>
    </dgm:pt>
    <dgm:pt modelId="{D2CD8D04-137F-4DBE-BD9F-58CBA61F7B0E}" type="sibTrans" cxnId="{51266E50-5137-4AC3-AD09-9591E5AEAB69}">
      <dgm:prSet/>
      <dgm:spPr/>
      <dgm:t>
        <a:bodyPr/>
        <a:lstStyle/>
        <a:p>
          <a:endParaRPr lang="en-US"/>
        </a:p>
      </dgm:t>
    </dgm:pt>
    <dgm:pt modelId="{B250A061-35C4-4E57-8EEB-0B40CC6AB3E6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2. Hive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C8F7FD-8713-4651-A745-4690EE323F60}" type="parTrans" cxnId="{9527F4CC-CACF-4171-8991-06133B7D6B31}">
      <dgm:prSet/>
      <dgm:spPr/>
      <dgm:t>
        <a:bodyPr/>
        <a:lstStyle/>
        <a:p>
          <a:endParaRPr lang="en-US"/>
        </a:p>
      </dgm:t>
    </dgm:pt>
    <dgm:pt modelId="{D292EEA7-9940-42DD-84CD-D72AD1C7D0A7}" type="sibTrans" cxnId="{9527F4CC-CACF-4171-8991-06133B7D6B31}">
      <dgm:prSet/>
      <dgm:spPr/>
      <dgm:t>
        <a:bodyPr/>
        <a:lstStyle/>
        <a:p>
          <a:endParaRPr lang="en-US"/>
        </a:p>
      </dgm:t>
    </dgm:pt>
    <dgm:pt modelId="{83F27A66-965B-43AC-9BFC-C577830762DC}">
      <dgm:prSet custT="1"/>
      <dgm:spPr/>
      <dgm:t>
        <a:bodyPr/>
        <a:lstStyle/>
        <a:p>
          <a:pPr algn="ctr"/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Created a structured external Hive table to query data.</a:t>
          </a:r>
        </a:p>
      </dgm:t>
    </dgm:pt>
    <dgm:pt modelId="{C00F6E5B-93F7-417D-9041-284E2F582E1E}" type="parTrans" cxnId="{743F2445-57E1-442A-98F5-AD3812F7B5B5}">
      <dgm:prSet/>
      <dgm:spPr/>
      <dgm:t>
        <a:bodyPr/>
        <a:lstStyle/>
        <a:p>
          <a:endParaRPr lang="en-US"/>
        </a:p>
      </dgm:t>
    </dgm:pt>
    <dgm:pt modelId="{19392F55-44F5-4925-A87C-42630EEB0D22}" type="sibTrans" cxnId="{743F2445-57E1-442A-98F5-AD3812F7B5B5}">
      <dgm:prSet/>
      <dgm:spPr/>
      <dgm:t>
        <a:bodyPr/>
        <a:lstStyle/>
        <a:p>
          <a:endParaRPr lang="en-US"/>
        </a:p>
      </dgm:t>
    </dgm:pt>
    <dgm:pt modelId="{C97B0AB1-40B4-4323-8A01-E10A52206132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Executed HiveQL queries for aggregation, filtering, and grouping (e.g., color, brand, year).</a:t>
          </a:r>
        </a:p>
      </dgm:t>
    </dgm:pt>
    <dgm:pt modelId="{B6C42FDA-9C8C-4354-B79F-B0176EE9D5EA}" type="parTrans" cxnId="{53F8D789-1070-41EC-A488-68004856996A}">
      <dgm:prSet/>
      <dgm:spPr/>
      <dgm:t>
        <a:bodyPr/>
        <a:lstStyle/>
        <a:p>
          <a:endParaRPr lang="en-US"/>
        </a:p>
      </dgm:t>
    </dgm:pt>
    <dgm:pt modelId="{6B269307-F123-4090-AC61-D19058301B18}" type="sibTrans" cxnId="{53F8D789-1070-41EC-A488-68004856996A}">
      <dgm:prSet/>
      <dgm:spPr/>
      <dgm:t>
        <a:bodyPr/>
        <a:lstStyle/>
        <a:p>
          <a:endParaRPr lang="en-US"/>
        </a:p>
      </dgm:t>
    </dgm:pt>
    <dgm:pt modelId="{7AE4AFA9-CCEC-4E94-82F9-BC28BD47514C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3. Zeppelin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B99CBF-C2C7-46EC-86DE-28E68CE4F2F2}" type="parTrans" cxnId="{24C65025-E366-4E76-90B2-CAFECD1EC127}">
      <dgm:prSet/>
      <dgm:spPr/>
      <dgm:t>
        <a:bodyPr/>
        <a:lstStyle/>
        <a:p>
          <a:endParaRPr lang="en-US"/>
        </a:p>
      </dgm:t>
    </dgm:pt>
    <dgm:pt modelId="{2897B3D9-BA28-4879-8062-E780F335CEBC}" type="sibTrans" cxnId="{24C65025-E366-4E76-90B2-CAFECD1EC127}">
      <dgm:prSet/>
      <dgm:spPr/>
      <dgm:t>
        <a:bodyPr/>
        <a:lstStyle/>
        <a:p>
          <a:endParaRPr lang="en-US"/>
        </a:p>
      </dgm:t>
    </dgm:pt>
    <dgm:pt modelId="{DF0D565E-C0AF-43A1-81B6-3007C090DA3D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Used Apache Zeppelin notebooks to write and execute queries.</a:t>
          </a:r>
        </a:p>
      </dgm:t>
    </dgm:pt>
    <dgm:pt modelId="{CE869A7E-784D-4B53-9133-82CAB03989A6}" type="parTrans" cxnId="{DD68DC27-6D52-41CC-9EBB-2D9038A60778}">
      <dgm:prSet/>
      <dgm:spPr/>
      <dgm:t>
        <a:bodyPr/>
        <a:lstStyle/>
        <a:p>
          <a:endParaRPr lang="en-US"/>
        </a:p>
      </dgm:t>
    </dgm:pt>
    <dgm:pt modelId="{02A185AC-3022-4DAE-9A77-EFDB68CC79CA}" type="sibTrans" cxnId="{DD68DC27-6D52-41CC-9EBB-2D9038A60778}">
      <dgm:prSet/>
      <dgm:spPr/>
      <dgm:t>
        <a:bodyPr/>
        <a:lstStyle/>
        <a:p>
          <a:endParaRPr lang="en-US"/>
        </a:p>
      </dgm:t>
    </dgm:pt>
    <dgm:pt modelId="{21DC9E6B-7B8C-4AC0-9154-0DF60AA957FF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Connected Zeppelin to Hadoop and Spark for interactive data exploration and visuals.</a:t>
          </a:r>
        </a:p>
      </dgm:t>
    </dgm:pt>
    <dgm:pt modelId="{685BAE2D-A880-4D18-A1AA-41996342027F}" type="parTrans" cxnId="{93DB2537-2EA4-4397-9205-88DCFB72E802}">
      <dgm:prSet/>
      <dgm:spPr/>
      <dgm:t>
        <a:bodyPr/>
        <a:lstStyle/>
        <a:p>
          <a:endParaRPr lang="en-US"/>
        </a:p>
      </dgm:t>
    </dgm:pt>
    <dgm:pt modelId="{0980A1D4-1B8A-4000-B44F-B1AACDC8BBBB}" type="sibTrans" cxnId="{93DB2537-2EA4-4397-9205-88DCFB72E802}">
      <dgm:prSet/>
      <dgm:spPr/>
      <dgm:t>
        <a:bodyPr/>
        <a:lstStyle/>
        <a:p>
          <a:endParaRPr lang="en-US"/>
        </a:p>
      </dgm:t>
    </dgm:pt>
    <dgm:pt modelId="{A0B5A3AF-6318-4049-9A09-9B0C49D2B8E2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4. Spark (via Zeppelin)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092F57-D644-4598-9EA6-455ABE3DDFB8}" type="parTrans" cxnId="{A5227063-422B-4585-8293-BF9DDC704891}">
      <dgm:prSet/>
      <dgm:spPr/>
      <dgm:t>
        <a:bodyPr/>
        <a:lstStyle/>
        <a:p>
          <a:endParaRPr lang="en-US"/>
        </a:p>
      </dgm:t>
    </dgm:pt>
    <dgm:pt modelId="{E88E9F8F-8E0C-4EB5-8A1B-F213F2694906}" type="sibTrans" cxnId="{A5227063-422B-4585-8293-BF9DDC704891}">
      <dgm:prSet/>
      <dgm:spPr/>
      <dgm:t>
        <a:bodyPr/>
        <a:lstStyle/>
        <a:p>
          <a:endParaRPr lang="en-US"/>
        </a:p>
      </dgm:t>
    </dgm:pt>
    <dgm:pt modelId="{3EF31F42-6278-49E8-93DB-FB5E0397E02E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Loaded data as a Spark </a:t>
          </a:r>
          <a:r>
            <a:rPr lang="en-US" sz="11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DataFrame</a:t>
          </a: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 using schema inference.</a:t>
          </a:r>
        </a:p>
      </dgm:t>
    </dgm:pt>
    <dgm:pt modelId="{32E4AF4E-88E9-4E6C-9B26-90C3B7507496}" type="parTrans" cxnId="{7134CFCC-0E1F-4DA4-9803-278C323DCB66}">
      <dgm:prSet/>
      <dgm:spPr/>
      <dgm:t>
        <a:bodyPr/>
        <a:lstStyle/>
        <a:p>
          <a:endParaRPr lang="en-US"/>
        </a:p>
      </dgm:t>
    </dgm:pt>
    <dgm:pt modelId="{8682880D-2D4A-4190-8A04-D76A3EAFFF7B}" type="sibTrans" cxnId="{7134CFCC-0E1F-4DA4-9803-278C323DCB66}">
      <dgm:prSet/>
      <dgm:spPr/>
      <dgm:t>
        <a:bodyPr/>
        <a:lstStyle/>
        <a:p>
          <a:endParaRPr lang="en-US"/>
        </a:p>
      </dgm:t>
    </dgm:pt>
    <dgm:pt modelId="{272935F8-DC79-47C4-A238-543AD0E5DB6E}">
      <dgm:prSet custT="1"/>
      <dgm:spPr/>
      <dgm:t>
        <a:bodyPr/>
        <a:lstStyle/>
        <a:p>
          <a:r>
            <a:rPr lang="en-US" sz="1050" dirty="0">
              <a:latin typeface="Times New Roman" panose="02020603050405020304" pitchFamily="18" charset="0"/>
              <a:cs typeface="Times New Roman" panose="02020603050405020304" pitchFamily="18" charset="0"/>
            </a:rPr>
            <a:t>Used Spark SQL for advanced queries like filtering top expensive listings or average prices by year.</a:t>
          </a:r>
        </a:p>
      </dgm:t>
    </dgm:pt>
    <dgm:pt modelId="{CB6C4973-5245-47AA-BD24-4DCA043A8305}" type="parTrans" cxnId="{DD2FC029-86DE-4D22-934F-3276B9521AE8}">
      <dgm:prSet/>
      <dgm:spPr/>
      <dgm:t>
        <a:bodyPr/>
        <a:lstStyle/>
        <a:p>
          <a:endParaRPr lang="en-US"/>
        </a:p>
      </dgm:t>
    </dgm:pt>
    <dgm:pt modelId="{077FE7D5-2AAC-4FD9-8700-FCEFDA1078DC}" type="sibTrans" cxnId="{DD2FC029-86DE-4D22-934F-3276B9521AE8}">
      <dgm:prSet/>
      <dgm:spPr/>
      <dgm:t>
        <a:bodyPr/>
        <a:lstStyle/>
        <a:p>
          <a:endParaRPr lang="en-US"/>
        </a:p>
      </dgm:t>
    </dgm:pt>
    <dgm:pt modelId="{B27159C1-9ABD-487C-A5A7-7D7C182F39CC}">
      <dgm:prSet custT="1"/>
      <dgm:spPr/>
      <dgm:t>
        <a:bodyPr/>
        <a:lstStyle/>
        <a:p>
          <a:r>
            <a:rPr lang="en-US" sz="1050" dirty="0">
              <a:latin typeface="Times New Roman" panose="02020603050405020304" pitchFamily="18" charset="0"/>
              <a:cs typeface="Times New Roman" panose="02020603050405020304" pitchFamily="18" charset="0"/>
            </a:rPr>
            <a:t>Visualized results with pie charts, bar graphs, and line plots inside Zeppelin.</a:t>
          </a:r>
        </a:p>
      </dgm:t>
    </dgm:pt>
    <dgm:pt modelId="{3E3867B8-D99E-4ECC-8066-8A14E0D44F80}" type="parTrans" cxnId="{29AE99AC-FF34-4C9E-AD38-B97F6ACEC24A}">
      <dgm:prSet/>
      <dgm:spPr/>
      <dgm:t>
        <a:bodyPr/>
        <a:lstStyle/>
        <a:p>
          <a:endParaRPr lang="en-US"/>
        </a:p>
      </dgm:t>
    </dgm:pt>
    <dgm:pt modelId="{B53C0002-C885-4DC7-8901-63EFAD366FDD}" type="sibTrans" cxnId="{29AE99AC-FF34-4C9E-AD38-B97F6ACEC24A}">
      <dgm:prSet/>
      <dgm:spPr/>
      <dgm:t>
        <a:bodyPr/>
        <a:lstStyle/>
        <a:p>
          <a:endParaRPr lang="en-US"/>
        </a:p>
      </dgm:t>
    </dgm:pt>
    <dgm:pt modelId="{463F132B-7664-4E77-9268-ED57D72F82F8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5. Integration &amp; Insight Generation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023DD9-AD46-43AB-A0C8-75F8F76DD23C}" type="parTrans" cxnId="{874CFC9E-0658-4B9D-9C3C-0A77AF0A10C0}">
      <dgm:prSet/>
      <dgm:spPr/>
      <dgm:t>
        <a:bodyPr/>
        <a:lstStyle/>
        <a:p>
          <a:endParaRPr lang="en-US"/>
        </a:p>
      </dgm:t>
    </dgm:pt>
    <dgm:pt modelId="{2677CAF4-4571-4F50-9C0A-ED763ED72B64}" type="sibTrans" cxnId="{874CFC9E-0658-4B9D-9C3C-0A77AF0A10C0}">
      <dgm:prSet/>
      <dgm:spPr/>
      <dgm:t>
        <a:bodyPr/>
        <a:lstStyle/>
        <a:p>
          <a:endParaRPr lang="en-US"/>
        </a:p>
      </dgm:t>
    </dgm:pt>
    <dgm:pt modelId="{2CBAE784-A34A-4D1E-B96E-BF2FF4145B2F}">
      <dgm:prSet custT="1"/>
      <dgm:spPr/>
      <dgm:t>
        <a:bodyPr/>
        <a:lstStyle/>
        <a:p>
          <a:r>
            <a:rPr lang="en-US" sz="1050" dirty="0">
              <a:latin typeface="Times New Roman" panose="02020603050405020304" pitchFamily="18" charset="0"/>
              <a:cs typeface="Times New Roman" panose="02020603050405020304" pitchFamily="18" charset="0"/>
            </a:rPr>
            <a:t>Generated 10 total insights—5 from Hive, 5 from Zeppelin/Spark</a:t>
          </a:r>
          <a:r>
            <a:rPr lang="en-US" sz="800" dirty="0"/>
            <a:t>.</a:t>
          </a:r>
        </a:p>
      </dgm:t>
    </dgm:pt>
    <dgm:pt modelId="{8C9552D5-05BA-425D-A6F1-9C8CFDB1D605}" type="parTrans" cxnId="{AB075E67-97B4-46EA-A20C-CF3C76B9F3C6}">
      <dgm:prSet/>
      <dgm:spPr/>
      <dgm:t>
        <a:bodyPr/>
        <a:lstStyle/>
        <a:p>
          <a:endParaRPr lang="en-US"/>
        </a:p>
      </dgm:t>
    </dgm:pt>
    <dgm:pt modelId="{B860B4AC-463B-4A25-8845-CBD363AA2284}" type="sibTrans" cxnId="{AB075E67-97B4-46EA-A20C-CF3C76B9F3C6}">
      <dgm:prSet/>
      <dgm:spPr/>
      <dgm:t>
        <a:bodyPr/>
        <a:lstStyle/>
        <a:p>
          <a:endParaRPr lang="en-US"/>
        </a:p>
      </dgm:t>
    </dgm:pt>
    <dgm:pt modelId="{FFC9B069-9030-4FFB-A036-1DE32078CBB6}">
      <dgm:prSet custT="1"/>
      <dgm:spPr/>
      <dgm:t>
        <a:bodyPr/>
        <a:lstStyle/>
        <a:p>
          <a:r>
            <a:rPr lang="en-US" sz="1050" dirty="0">
              <a:latin typeface="Times New Roman" panose="02020603050405020304" pitchFamily="18" charset="0"/>
              <a:cs typeface="Times New Roman" panose="02020603050405020304" pitchFamily="18" charset="0"/>
            </a:rPr>
            <a:t>Analyzed and interpreted results using both raw queries and visual dashboards.</a:t>
          </a:r>
        </a:p>
      </dgm:t>
    </dgm:pt>
    <dgm:pt modelId="{146FA658-3D0A-4C99-A445-C67B13A9C50B}" type="parTrans" cxnId="{00CF951A-69F4-456B-8795-30EC949453D3}">
      <dgm:prSet/>
      <dgm:spPr/>
      <dgm:t>
        <a:bodyPr/>
        <a:lstStyle/>
        <a:p>
          <a:endParaRPr lang="en-US"/>
        </a:p>
      </dgm:t>
    </dgm:pt>
    <dgm:pt modelId="{F0FB0E15-54F0-4A91-AC2C-39B3DAB343B6}" type="sibTrans" cxnId="{00CF951A-69F4-456B-8795-30EC949453D3}">
      <dgm:prSet/>
      <dgm:spPr/>
      <dgm:t>
        <a:bodyPr/>
        <a:lstStyle/>
        <a:p>
          <a:endParaRPr lang="en-US"/>
        </a:p>
      </dgm:t>
    </dgm:pt>
    <dgm:pt modelId="{34245CCD-92A3-4C84-9945-D43FFACE65F4}" type="pres">
      <dgm:prSet presAssocID="{43C15D3C-2CE8-48FA-8252-C66352740F7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2F9BA0-3CCE-4F28-A3C6-7E7D81B12EE8}" type="pres">
      <dgm:prSet presAssocID="{2DB6813A-85C4-40A3-838B-CF718EC4891A}" presName="root" presStyleCnt="0"/>
      <dgm:spPr/>
    </dgm:pt>
    <dgm:pt modelId="{0AE7AE48-77E5-45E0-9F63-59C80244153B}" type="pres">
      <dgm:prSet presAssocID="{2DB6813A-85C4-40A3-838B-CF718EC4891A}" presName="rootComposite" presStyleCnt="0"/>
      <dgm:spPr/>
    </dgm:pt>
    <dgm:pt modelId="{2B5C8E0C-EAF5-4D84-BD4F-77DA8DF11E93}" type="pres">
      <dgm:prSet presAssocID="{2DB6813A-85C4-40A3-838B-CF718EC4891A}" presName="rootText" presStyleLbl="node1" presStyleIdx="0" presStyleCnt="5"/>
      <dgm:spPr/>
    </dgm:pt>
    <dgm:pt modelId="{FEF7D7DB-E1B7-4A49-9189-3CD65349887B}" type="pres">
      <dgm:prSet presAssocID="{2DB6813A-85C4-40A3-838B-CF718EC4891A}" presName="rootConnector" presStyleLbl="node1" presStyleIdx="0" presStyleCnt="5"/>
      <dgm:spPr/>
    </dgm:pt>
    <dgm:pt modelId="{34A49AC7-3F3D-4175-ADB4-4BF166F04C02}" type="pres">
      <dgm:prSet presAssocID="{2DB6813A-85C4-40A3-838B-CF718EC4891A}" presName="childShape" presStyleCnt="0"/>
      <dgm:spPr/>
    </dgm:pt>
    <dgm:pt modelId="{FDCF256C-8C0E-4BF7-B502-BF9B9E74202B}" type="pres">
      <dgm:prSet presAssocID="{9C46A699-198C-4639-812B-AF64BD1EDBF8}" presName="Name13" presStyleLbl="parChTrans1D2" presStyleIdx="0" presStyleCnt="11"/>
      <dgm:spPr/>
    </dgm:pt>
    <dgm:pt modelId="{0FC3FB03-9198-4481-82F5-6FE744A831CB}" type="pres">
      <dgm:prSet presAssocID="{F0844CE2-B722-4F55-A277-CA36E22790F5}" presName="childText" presStyleLbl="bgAcc1" presStyleIdx="0" presStyleCnt="11" custScaleX="128014" custScaleY="118574">
        <dgm:presLayoutVars>
          <dgm:bulletEnabled val="1"/>
        </dgm:presLayoutVars>
      </dgm:prSet>
      <dgm:spPr/>
    </dgm:pt>
    <dgm:pt modelId="{F57E08DC-CBEA-4F19-ABCD-C600562AE2B7}" type="pres">
      <dgm:prSet presAssocID="{744056EC-8322-4650-94E3-81236F552141}" presName="Name13" presStyleLbl="parChTrans1D2" presStyleIdx="1" presStyleCnt="11"/>
      <dgm:spPr/>
    </dgm:pt>
    <dgm:pt modelId="{2F909A49-4D99-49EA-BF25-7BB5B2DC7346}" type="pres">
      <dgm:prSet presAssocID="{7E192756-2CB7-41EE-AA43-4F0887D03840}" presName="childText" presStyleLbl="bgAcc1" presStyleIdx="1" presStyleCnt="11" custScaleX="111503" custScaleY="128004">
        <dgm:presLayoutVars>
          <dgm:bulletEnabled val="1"/>
        </dgm:presLayoutVars>
      </dgm:prSet>
      <dgm:spPr/>
    </dgm:pt>
    <dgm:pt modelId="{2A21E8D6-BD0B-46C4-8B0E-72CC52F8300C}" type="pres">
      <dgm:prSet presAssocID="{B250A061-35C4-4E57-8EEB-0B40CC6AB3E6}" presName="root" presStyleCnt="0"/>
      <dgm:spPr/>
    </dgm:pt>
    <dgm:pt modelId="{F3BE005E-6146-4432-9C08-860756A1A909}" type="pres">
      <dgm:prSet presAssocID="{B250A061-35C4-4E57-8EEB-0B40CC6AB3E6}" presName="rootComposite" presStyleCnt="0"/>
      <dgm:spPr/>
    </dgm:pt>
    <dgm:pt modelId="{8F4DA062-06C8-4D9D-B670-6485D8898A80}" type="pres">
      <dgm:prSet presAssocID="{B250A061-35C4-4E57-8EEB-0B40CC6AB3E6}" presName="rootText" presStyleLbl="node1" presStyleIdx="1" presStyleCnt="5" custLinFactNeighborY="-3005"/>
      <dgm:spPr/>
    </dgm:pt>
    <dgm:pt modelId="{B25BDBE0-9136-44E5-85A7-6BAE3149CA77}" type="pres">
      <dgm:prSet presAssocID="{B250A061-35C4-4E57-8EEB-0B40CC6AB3E6}" presName="rootConnector" presStyleLbl="node1" presStyleIdx="1" presStyleCnt="5"/>
      <dgm:spPr/>
    </dgm:pt>
    <dgm:pt modelId="{85D27361-BD2C-4BD6-8FE6-0B00FC5D26B9}" type="pres">
      <dgm:prSet presAssocID="{B250A061-35C4-4E57-8EEB-0B40CC6AB3E6}" presName="childShape" presStyleCnt="0"/>
      <dgm:spPr/>
    </dgm:pt>
    <dgm:pt modelId="{5170770F-D52C-4A6F-BDA1-6F51BC6F6EC5}" type="pres">
      <dgm:prSet presAssocID="{C00F6E5B-93F7-417D-9041-284E2F582E1E}" presName="Name13" presStyleLbl="parChTrans1D2" presStyleIdx="2" presStyleCnt="11"/>
      <dgm:spPr/>
    </dgm:pt>
    <dgm:pt modelId="{520D5D9C-F425-4940-A32E-0F72F7061C90}" type="pres">
      <dgm:prSet presAssocID="{83F27A66-965B-43AC-9BFC-C577830762DC}" presName="childText" presStyleLbl="bgAcc1" presStyleIdx="2" presStyleCnt="11" custScaleX="111112" custScaleY="103493">
        <dgm:presLayoutVars>
          <dgm:bulletEnabled val="1"/>
        </dgm:presLayoutVars>
      </dgm:prSet>
      <dgm:spPr/>
    </dgm:pt>
    <dgm:pt modelId="{3BD5B3AA-4D96-40E6-BA86-D42308524C85}" type="pres">
      <dgm:prSet presAssocID="{B6C42FDA-9C8C-4354-B79F-B0176EE9D5EA}" presName="Name13" presStyleLbl="parChTrans1D2" presStyleIdx="3" presStyleCnt="11"/>
      <dgm:spPr/>
    </dgm:pt>
    <dgm:pt modelId="{36DD26D4-A9A9-4B49-A12F-AE2BBF14CCBB}" type="pres">
      <dgm:prSet presAssocID="{C97B0AB1-40B4-4323-8A01-E10A52206132}" presName="childText" presStyleLbl="bgAcc1" presStyleIdx="3" presStyleCnt="11" custScaleX="131290" custScaleY="143662">
        <dgm:presLayoutVars>
          <dgm:bulletEnabled val="1"/>
        </dgm:presLayoutVars>
      </dgm:prSet>
      <dgm:spPr/>
    </dgm:pt>
    <dgm:pt modelId="{F607DE1F-E320-4802-91AB-432DAB3C92D6}" type="pres">
      <dgm:prSet presAssocID="{7AE4AFA9-CCEC-4E94-82F9-BC28BD47514C}" presName="root" presStyleCnt="0"/>
      <dgm:spPr/>
    </dgm:pt>
    <dgm:pt modelId="{C99AE4F0-8C6E-4D86-91AE-0F7407A16E72}" type="pres">
      <dgm:prSet presAssocID="{7AE4AFA9-CCEC-4E94-82F9-BC28BD47514C}" presName="rootComposite" presStyleCnt="0"/>
      <dgm:spPr/>
    </dgm:pt>
    <dgm:pt modelId="{DD28B44E-5BF8-498A-8BB3-2BD478EDB9D4}" type="pres">
      <dgm:prSet presAssocID="{7AE4AFA9-CCEC-4E94-82F9-BC28BD47514C}" presName="rootText" presStyleLbl="node1" presStyleIdx="2" presStyleCnt="5"/>
      <dgm:spPr/>
    </dgm:pt>
    <dgm:pt modelId="{81E6667B-07CF-4946-8A92-15682717D015}" type="pres">
      <dgm:prSet presAssocID="{7AE4AFA9-CCEC-4E94-82F9-BC28BD47514C}" presName="rootConnector" presStyleLbl="node1" presStyleIdx="2" presStyleCnt="5"/>
      <dgm:spPr/>
    </dgm:pt>
    <dgm:pt modelId="{B045841D-2BC5-4742-8222-8D63BEF0FF97}" type="pres">
      <dgm:prSet presAssocID="{7AE4AFA9-CCEC-4E94-82F9-BC28BD47514C}" presName="childShape" presStyleCnt="0"/>
      <dgm:spPr/>
    </dgm:pt>
    <dgm:pt modelId="{8D1EB506-561C-4A86-9A15-C65E08462589}" type="pres">
      <dgm:prSet presAssocID="{CE869A7E-784D-4B53-9133-82CAB03989A6}" presName="Name13" presStyleLbl="parChTrans1D2" presStyleIdx="4" presStyleCnt="11"/>
      <dgm:spPr/>
    </dgm:pt>
    <dgm:pt modelId="{E3FCE9D1-FA28-476B-9316-9133D6237AB8}" type="pres">
      <dgm:prSet presAssocID="{DF0D565E-C0AF-43A1-81B6-3007C090DA3D}" presName="childText" presStyleLbl="bgAcc1" presStyleIdx="4" presStyleCnt="11" custScaleX="115303" custScaleY="116532">
        <dgm:presLayoutVars>
          <dgm:bulletEnabled val="1"/>
        </dgm:presLayoutVars>
      </dgm:prSet>
      <dgm:spPr/>
    </dgm:pt>
    <dgm:pt modelId="{9BA250F1-F675-4D7F-8B94-2B0A47D8A60C}" type="pres">
      <dgm:prSet presAssocID="{685BAE2D-A880-4D18-A1AA-41996342027F}" presName="Name13" presStyleLbl="parChTrans1D2" presStyleIdx="5" presStyleCnt="11"/>
      <dgm:spPr/>
    </dgm:pt>
    <dgm:pt modelId="{B4923244-09C2-4F30-8C5D-51B9285BC0B7}" type="pres">
      <dgm:prSet presAssocID="{21DC9E6B-7B8C-4AC0-9154-0DF60AA957FF}" presName="childText" presStyleLbl="bgAcc1" presStyleIdx="5" presStyleCnt="11" custScaleX="127171" custScaleY="116773">
        <dgm:presLayoutVars>
          <dgm:bulletEnabled val="1"/>
        </dgm:presLayoutVars>
      </dgm:prSet>
      <dgm:spPr/>
    </dgm:pt>
    <dgm:pt modelId="{E8C0165E-4947-4983-A92D-7B8BF24FCB52}" type="pres">
      <dgm:prSet presAssocID="{A0B5A3AF-6318-4049-9A09-9B0C49D2B8E2}" presName="root" presStyleCnt="0"/>
      <dgm:spPr/>
    </dgm:pt>
    <dgm:pt modelId="{49177483-2321-4437-BE71-200B42BA2C15}" type="pres">
      <dgm:prSet presAssocID="{A0B5A3AF-6318-4049-9A09-9B0C49D2B8E2}" presName="rootComposite" presStyleCnt="0"/>
      <dgm:spPr/>
    </dgm:pt>
    <dgm:pt modelId="{92C4EE71-9F3A-4AEF-BD46-9AA1E4ED518D}" type="pres">
      <dgm:prSet presAssocID="{A0B5A3AF-6318-4049-9A09-9B0C49D2B8E2}" presName="rootText" presStyleLbl="node1" presStyleIdx="3" presStyleCnt="5" custScaleX="116942"/>
      <dgm:spPr/>
    </dgm:pt>
    <dgm:pt modelId="{5F82701F-058F-4CAB-B449-80F8E8743CA3}" type="pres">
      <dgm:prSet presAssocID="{A0B5A3AF-6318-4049-9A09-9B0C49D2B8E2}" presName="rootConnector" presStyleLbl="node1" presStyleIdx="3" presStyleCnt="5"/>
      <dgm:spPr/>
    </dgm:pt>
    <dgm:pt modelId="{EDDFE5E8-85C1-4300-B024-71E138BF3710}" type="pres">
      <dgm:prSet presAssocID="{A0B5A3AF-6318-4049-9A09-9B0C49D2B8E2}" presName="childShape" presStyleCnt="0"/>
      <dgm:spPr/>
    </dgm:pt>
    <dgm:pt modelId="{5B2C6A5B-9907-4CB4-92DC-12F46AD72D21}" type="pres">
      <dgm:prSet presAssocID="{32E4AF4E-88E9-4E6C-9B26-90C3B7507496}" presName="Name13" presStyleLbl="parChTrans1D2" presStyleIdx="6" presStyleCnt="11"/>
      <dgm:spPr/>
    </dgm:pt>
    <dgm:pt modelId="{D1C6766E-3331-478F-BB50-94780155A11C}" type="pres">
      <dgm:prSet presAssocID="{3EF31F42-6278-49E8-93DB-FB5E0397E02E}" presName="childText" presStyleLbl="bgAcc1" presStyleIdx="6" presStyleCnt="11" custScaleX="127841" custScaleY="102166">
        <dgm:presLayoutVars>
          <dgm:bulletEnabled val="1"/>
        </dgm:presLayoutVars>
      </dgm:prSet>
      <dgm:spPr/>
    </dgm:pt>
    <dgm:pt modelId="{42A418DE-F70E-4FDF-9E26-E4A25C104D89}" type="pres">
      <dgm:prSet presAssocID="{CB6C4973-5245-47AA-BD24-4DCA043A8305}" presName="Name13" presStyleLbl="parChTrans1D2" presStyleIdx="7" presStyleCnt="11"/>
      <dgm:spPr/>
    </dgm:pt>
    <dgm:pt modelId="{5AD8CFF0-5918-4183-805D-4DBAD0732784}" type="pres">
      <dgm:prSet presAssocID="{272935F8-DC79-47C4-A238-543AD0E5DB6E}" presName="childText" presStyleLbl="bgAcc1" presStyleIdx="7" presStyleCnt="11" custScaleX="126140" custScaleY="118137">
        <dgm:presLayoutVars>
          <dgm:bulletEnabled val="1"/>
        </dgm:presLayoutVars>
      </dgm:prSet>
      <dgm:spPr/>
    </dgm:pt>
    <dgm:pt modelId="{20E5ECF2-181A-4002-99AF-1F5CD729C9C5}" type="pres">
      <dgm:prSet presAssocID="{3E3867B8-D99E-4ECC-8066-8A14E0D44F80}" presName="Name13" presStyleLbl="parChTrans1D2" presStyleIdx="8" presStyleCnt="11"/>
      <dgm:spPr/>
    </dgm:pt>
    <dgm:pt modelId="{9CFEF124-4873-4BB6-8009-61A22070D9C5}" type="pres">
      <dgm:prSet presAssocID="{B27159C1-9ABD-487C-A5A7-7D7C182F39CC}" presName="childText" presStyleLbl="bgAcc1" presStyleIdx="8" presStyleCnt="11" custScaleX="128648" custScaleY="100754">
        <dgm:presLayoutVars>
          <dgm:bulletEnabled val="1"/>
        </dgm:presLayoutVars>
      </dgm:prSet>
      <dgm:spPr/>
    </dgm:pt>
    <dgm:pt modelId="{4132D1D4-9B5F-4F89-9836-5D8D992FE1AB}" type="pres">
      <dgm:prSet presAssocID="{463F132B-7664-4E77-9268-ED57D72F82F8}" presName="root" presStyleCnt="0"/>
      <dgm:spPr/>
    </dgm:pt>
    <dgm:pt modelId="{E9D10AE4-4F2E-4012-9B41-FB36E4EFEC2B}" type="pres">
      <dgm:prSet presAssocID="{463F132B-7664-4E77-9268-ED57D72F82F8}" presName="rootComposite" presStyleCnt="0"/>
      <dgm:spPr/>
    </dgm:pt>
    <dgm:pt modelId="{B3D810C9-D173-4718-B5DB-BDF5E0080435}" type="pres">
      <dgm:prSet presAssocID="{463F132B-7664-4E77-9268-ED57D72F82F8}" presName="rootText" presStyleLbl="node1" presStyleIdx="4" presStyleCnt="5" custScaleX="124816"/>
      <dgm:spPr/>
    </dgm:pt>
    <dgm:pt modelId="{0F834516-00B3-4FFE-A899-7718EFCDC6DA}" type="pres">
      <dgm:prSet presAssocID="{463F132B-7664-4E77-9268-ED57D72F82F8}" presName="rootConnector" presStyleLbl="node1" presStyleIdx="4" presStyleCnt="5"/>
      <dgm:spPr/>
    </dgm:pt>
    <dgm:pt modelId="{BE131819-2632-4833-AEBB-E5EAB9CA8A06}" type="pres">
      <dgm:prSet presAssocID="{463F132B-7664-4E77-9268-ED57D72F82F8}" presName="childShape" presStyleCnt="0"/>
      <dgm:spPr/>
    </dgm:pt>
    <dgm:pt modelId="{D95248D4-D4F7-4F3C-BD60-C264B47B3E98}" type="pres">
      <dgm:prSet presAssocID="{8C9552D5-05BA-425D-A6F1-9C8CFDB1D605}" presName="Name13" presStyleLbl="parChTrans1D2" presStyleIdx="9" presStyleCnt="11"/>
      <dgm:spPr/>
    </dgm:pt>
    <dgm:pt modelId="{FC498BE7-24C7-4C4B-95AA-888DD9B71EF8}" type="pres">
      <dgm:prSet presAssocID="{2CBAE784-A34A-4D1E-B96E-BF2FF4145B2F}" presName="childText" presStyleLbl="bgAcc1" presStyleIdx="9" presStyleCnt="11" custScaleX="118697">
        <dgm:presLayoutVars>
          <dgm:bulletEnabled val="1"/>
        </dgm:presLayoutVars>
      </dgm:prSet>
      <dgm:spPr/>
    </dgm:pt>
    <dgm:pt modelId="{C11E590B-1BA7-4604-AEEA-06504B58DC2E}" type="pres">
      <dgm:prSet presAssocID="{146FA658-3D0A-4C99-A445-C67B13A9C50B}" presName="Name13" presStyleLbl="parChTrans1D2" presStyleIdx="10" presStyleCnt="11"/>
      <dgm:spPr/>
    </dgm:pt>
    <dgm:pt modelId="{B2372739-D409-4360-BE32-DAF5149A3292}" type="pres">
      <dgm:prSet presAssocID="{FFC9B069-9030-4FFB-A036-1DE32078CBB6}" presName="childText" presStyleLbl="bgAcc1" presStyleIdx="10" presStyleCnt="11" custScaleX="130839" custScaleY="104582">
        <dgm:presLayoutVars>
          <dgm:bulletEnabled val="1"/>
        </dgm:presLayoutVars>
      </dgm:prSet>
      <dgm:spPr/>
    </dgm:pt>
  </dgm:ptLst>
  <dgm:cxnLst>
    <dgm:cxn modelId="{1534AA05-B608-4D37-B29B-9A5000A04CA2}" type="presOf" srcId="{8C9552D5-05BA-425D-A6F1-9C8CFDB1D605}" destId="{D95248D4-D4F7-4F3C-BD60-C264B47B3E98}" srcOrd="0" destOrd="0" presId="urn:microsoft.com/office/officeart/2005/8/layout/hierarchy3"/>
    <dgm:cxn modelId="{1E00DB09-538E-454A-9F0B-28C7ED2C4FEB}" type="presOf" srcId="{B250A061-35C4-4E57-8EEB-0B40CC6AB3E6}" destId="{8F4DA062-06C8-4D9D-B670-6485D8898A80}" srcOrd="0" destOrd="0" presId="urn:microsoft.com/office/officeart/2005/8/layout/hierarchy3"/>
    <dgm:cxn modelId="{05614B0B-D269-4E56-B513-AB849AA1F259}" type="presOf" srcId="{83F27A66-965B-43AC-9BFC-C577830762DC}" destId="{520D5D9C-F425-4940-A32E-0F72F7061C90}" srcOrd="0" destOrd="0" presId="urn:microsoft.com/office/officeart/2005/8/layout/hierarchy3"/>
    <dgm:cxn modelId="{3905E00D-253B-494D-8958-FCA40E2C3E91}" type="presOf" srcId="{685BAE2D-A880-4D18-A1AA-41996342027F}" destId="{9BA250F1-F675-4D7F-8B94-2B0A47D8A60C}" srcOrd="0" destOrd="0" presId="urn:microsoft.com/office/officeart/2005/8/layout/hierarchy3"/>
    <dgm:cxn modelId="{00CF951A-69F4-456B-8795-30EC949453D3}" srcId="{463F132B-7664-4E77-9268-ED57D72F82F8}" destId="{FFC9B069-9030-4FFB-A036-1DE32078CBB6}" srcOrd="1" destOrd="0" parTransId="{146FA658-3D0A-4C99-A445-C67B13A9C50B}" sibTransId="{F0FB0E15-54F0-4A91-AC2C-39B3DAB343B6}"/>
    <dgm:cxn modelId="{AF95921F-01E5-462B-ABC3-8102A65EF682}" type="presOf" srcId="{7E192756-2CB7-41EE-AA43-4F0887D03840}" destId="{2F909A49-4D99-49EA-BF25-7BB5B2DC7346}" srcOrd="0" destOrd="0" presId="urn:microsoft.com/office/officeart/2005/8/layout/hierarchy3"/>
    <dgm:cxn modelId="{3A2E4825-923F-4DE3-BC72-5CC46D3BDBF2}" type="presOf" srcId="{F0844CE2-B722-4F55-A277-CA36E22790F5}" destId="{0FC3FB03-9198-4481-82F5-6FE744A831CB}" srcOrd="0" destOrd="0" presId="urn:microsoft.com/office/officeart/2005/8/layout/hierarchy3"/>
    <dgm:cxn modelId="{24C65025-E366-4E76-90B2-CAFECD1EC127}" srcId="{43C15D3C-2CE8-48FA-8252-C66352740F77}" destId="{7AE4AFA9-CCEC-4E94-82F9-BC28BD47514C}" srcOrd="2" destOrd="0" parTransId="{0FB99CBF-C2C7-46EC-86DE-28E68CE4F2F2}" sibTransId="{2897B3D9-BA28-4879-8062-E780F335CEBC}"/>
    <dgm:cxn modelId="{DD68DC27-6D52-41CC-9EBB-2D9038A60778}" srcId="{7AE4AFA9-CCEC-4E94-82F9-BC28BD47514C}" destId="{DF0D565E-C0AF-43A1-81B6-3007C090DA3D}" srcOrd="0" destOrd="0" parTransId="{CE869A7E-784D-4B53-9133-82CAB03989A6}" sibTransId="{02A185AC-3022-4DAE-9A77-EFDB68CC79CA}"/>
    <dgm:cxn modelId="{DD2FC029-86DE-4D22-934F-3276B9521AE8}" srcId="{A0B5A3AF-6318-4049-9A09-9B0C49D2B8E2}" destId="{272935F8-DC79-47C4-A238-543AD0E5DB6E}" srcOrd="1" destOrd="0" parTransId="{CB6C4973-5245-47AA-BD24-4DCA043A8305}" sibTransId="{077FE7D5-2AAC-4FD9-8700-FCEFDA1078DC}"/>
    <dgm:cxn modelId="{3069B930-3550-412C-9FD0-33319AE905DB}" type="presOf" srcId="{B250A061-35C4-4E57-8EEB-0B40CC6AB3E6}" destId="{B25BDBE0-9136-44E5-85A7-6BAE3149CA77}" srcOrd="1" destOrd="0" presId="urn:microsoft.com/office/officeart/2005/8/layout/hierarchy3"/>
    <dgm:cxn modelId="{93DB2537-2EA4-4397-9205-88DCFB72E802}" srcId="{7AE4AFA9-CCEC-4E94-82F9-BC28BD47514C}" destId="{21DC9E6B-7B8C-4AC0-9154-0DF60AA957FF}" srcOrd="1" destOrd="0" parTransId="{685BAE2D-A880-4D18-A1AA-41996342027F}" sibTransId="{0980A1D4-1B8A-4000-B44F-B1AACDC8BBBB}"/>
    <dgm:cxn modelId="{C9FC9E3A-4C9A-49B1-BAE5-634C0842B02A}" type="presOf" srcId="{DF0D565E-C0AF-43A1-81B6-3007C090DA3D}" destId="{E3FCE9D1-FA28-476B-9316-9133D6237AB8}" srcOrd="0" destOrd="0" presId="urn:microsoft.com/office/officeart/2005/8/layout/hierarchy3"/>
    <dgm:cxn modelId="{63B02A3D-F5A8-4BBD-877B-AAB8B649BBCC}" type="presOf" srcId="{272935F8-DC79-47C4-A238-543AD0E5DB6E}" destId="{5AD8CFF0-5918-4183-805D-4DBAD0732784}" srcOrd="0" destOrd="0" presId="urn:microsoft.com/office/officeart/2005/8/layout/hierarchy3"/>
    <dgm:cxn modelId="{6F3F0A5E-735A-4AE2-9944-8D8993EF1A47}" type="presOf" srcId="{146FA658-3D0A-4C99-A445-C67B13A9C50B}" destId="{C11E590B-1BA7-4604-AEEA-06504B58DC2E}" srcOrd="0" destOrd="0" presId="urn:microsoft.com/office/officeart/2005/8/layout/hierarchy3"/>
    <dgm:cxn modelId="{E8988D61-938D-4FC7-BA69-02644259A9D3}" type="presOf" srcId="{744056EC-8322-4650-94E3-81236F552141}" destId="{F57E08DC-CBEA-4F19-ABCD-C600562AE2B7}" srcOrd="0" destOrd="0" presId="urn:microsoft.com/office/officeart/2005/8/layout/hierarchy3"/>
    <dgm:cxn modelId="{AFA2E641-22FE-4581-A681-E8125E285409}" type="presOf" srcId="{463F132B-7664-4E77-9268-ED57D72F82F8}" destId="{0F834516-00B3-4FFE-A899-7718EFCDC6DA}" srcOrd="1" destOrd="0" presId="urn:microsoft.com/office/officeart/2005/8/layout/hierarchy3"/>
    <dgm:cxn modelId="{A5227063-422B-4585-8293-BF9DDC704891}" srcId="{43C15D3C-2CE8-48FA-8252-C66352740F77}" destId="{A0B5A3AF-6318-4049-9A09-9B0C49D2B8E2}" srcOrd="3" destOrd="0" parTransId="{B2092F57-D644-4598-9EA6-455ABE3DDFB8}" sibTransId="{E88E9F8F-8E0C-4EB5-8A1B-F213F2694906}"/>
    <dgm:cxn modelId="{743F2445-57E1-442A-98F5-AD3812F7B5B5}" srcId="{B250A061-35C4-4E57-8EEB-0B40CC6AB3E6}" destId="{83F27A66-965B-43AC-9BFC-C577830762DC}" srcOrd="0" destOrd="0" parTransId="{C00F6E5B-93F7-417D-9041-284E2F582E1E}" sibTransId="{19392F55-44F5-4925-A87C-42630EEB0D22}"/>
    <dgm:cxn modelId="{AB075E67-97B4-46EA-A20C-CF3C76B9F3C6}" srcId="{463F132B-7664-4E77-9268-ED57D72F82F8}" destId="{2CBAE784-A34A-4D1E-B96E-BF2FF4145B2F}" srcOrd="0" destOrd="0" parTransId="{8C9552D5-05BA-425D-A6F1-9C8CFDB1D605}" sibTransId="{B860B4AC-463B-4A25-8845-CBD363AA2284}"/>
    <dgm:cxn modelId="{2E3B1169-84DB-4175-922F-4B7E94492418}" type="presOf" srcId="{A0B5A3AF-6318-4049-9A09-9B0C49D2B8E2}" destId="{5F82701F-058F-4CAB-B449-80F8E8743CA3}" srcOrd="1" destOrd="0" presId="urn:microsoft.com/office/officeart/2005/8/layout/hierarchy3"/>
    <dgm:cxn modelId="{50345769-559F-4876-9AFF-C66C653758B1}" type="presOf" srcId="{463F132B-7664-4E77-9268-ED57D72F82F8}" destId="{B3D810C9-D173-4718-B5DB-BDF5E0080435}" srcOrd="0" destOrd="0" presId="urn:microsoft.com/office/officeart/2005/8/layout/hierarchy3"/>
    <dgm:cxn modelId="{F4F3476B-B0EC-4059-9D66-98C431496B0A}" type="presOf" srcId="{21DC9E6B-7B8C-4AC0-9154-0DF60AA957FF}" destId="{B4923244-09C2-4F30-8C5D-51B9285BC0B7}" srcOrd="0" destOrd="0" presId="urn:microsoft.com/office/officeart/2005/8/layout/hierarchy3"/>
    <dgm:cxn modelId="{C35D056D-8466-48C7-84E0-544F4FAA1834}" type="presOf" srcId="{3E3867B8-D99E-4ECC-8066-8A14E0D44F80}" destId="{20E5ECF2-181A-4002-99AF-1F5CD729C9C5}" srcOrd="0" destOrd="0" presId="urn:microsoft.com/office/officeart/2005/8/layout/hierarchy3"/>
    <dgm:cxn modelId="{3DA8864E-5C68-4D89-B784-154A5467E133}" type="presOf" srcId="{B27159C1-9ABD-487C-A5A7-7D7C182F39CC}" destId="{9CFEF124-4873-4BB6-8009-61A22070D9C5}" srcOrd="0" destOrd="0" presId="urn:microsoft.com/office/officeart/2005/8/layout/hierarchy3"/>
    <dgm:cxn modelId="{51266E50-5137-4AC3-AD09-9591E5AEAB69}" srcId="{2DB6813A-85C4-40A3-838B-CF718EC4891A}" destId="{7E192756-2CB7-41EE-AA43-4F0887D03840}" srcOrd="1" destOrd="0" parTransId="{744056EC-8322-4650-94E3-81236F552141}" sibTransId="{D2CD8D04-137F-4DBE-BD9F-58CBA61F7B0E}"/>
    <dgm:cxn modelId="{37859F54-323B-4FA4-A2BF-7B5DF4D0AC72}" type="presOf" srcId="{43C15D3C-2CE8-48FA-8252-C66352740F77}" destId="{34245CCD-92A3-4C84-9945-D43FFACE65F4}" srcOrd="0" destOrd="0" presId="urn:microsoft.com/office/officeart/2005/8/layout/hierarchy3"/>
    <dgm:cxn modelId="{4B21E854-2815-4D92-B2B6-D42FC4EA0B46}" type="presOf" srcId="{B6C42FDA-9C8C-4354-B79F-B0176EE9D5EA}" destId="{3BD5B3AA-4D96-40E6-BA86-D42308524C85}" srcOrd="0" destOrd="0" presId="urn:microsoft.com/office/officeart/2005/8/layout/hierarchy3"/>
    <dgm:cxn modelId="{762EE056-977A-4C72-89CC-6DE6CE8B1916}" type="presOf" srcId="{CE869A7E-784D-4B53-9133-82CAB03989A6}" destId="{8D1EB506-561C-4A86-9A15-C65E08462589}" srcOrd="0" destOrd="0" presId="urn:microsoft.com/office/officeart/2005/8/layout/hierarchy3"/>
    <dgm:cxn modelId="{A5A48779-9256-4BC3-A8F2-54810FE2895E}" type="presOf" srcId="{C00F6E5B-93F7-417D-9041-284E2F582E1E}" destId="{5170770F-D52C-4A6F-BDA1-6F51BC6F6EC5}" srcOrd="0" destOrd="0" presId="urn:microsoft.com/office/officeart/2005/8/layout/hierarchy3"/>
    <dgm:cxn modelId="{F1878A7A-7FE9-46FC-981D-8F8004F63149}" type="presOf" srcId="{7AE4AFA9-CCEC-4E94-82F9-BC28BD47514C}" destId="{DD28B44E-5BF8-498A-8BB3-2BD478EDB9D4}" srcOrd="0" destOrd="0" presId="urn:microsoft.com/office/officeart/2005/8/layout/hierarchy3"/>
    <dgm:cxn modelId="{CF24DF85-C1AD-4AA2-83D7-D0D695A4D41B}" type="presOf" srcId="{2DB6813A-85C4-40A3-838B-CF718EC4891A}" destId="{FEF7D7DB-E1B7-4A49-9189-3CD65349887B}" srcOrd="1" destOrd="0" presId="urn:microsoft.com/office/officeart/2005/8/layout/hierarchy3"/>
    <dgm:cxn modelId="{4F9DCC86-F381-49C1-94C8-DF429ACEFE8E}" type="presOf" srcId="{9C46A699-198C-4639-812B-AF64BD1EDBF8}" destId="{FDCF256C-8C0E-4BF7-B502-BF9B9E74202B}" srcOrd="0" destOrd="0" presId="urn:microsoft.com/office/officeart/2005/8/layout/hierarchy3"/>
    <dgm:cxn modelId="{53F8D789-1070-41EC-A488-68004856996A}" srcId="{B250A061-35C4-4E57-8EEB-0B40CC6AB3E6}" destId="{C97B0AB1-40B4-4323-8A01-E10A52206132}" srcOrd="1" destOrd="0" parTransId="{B6C42FDA-9C8C-4354-B79F-B0176EE9D5EA}" sibTransId="{6B269307-F123-4090-AC61-D19058301B18}"/>
    <dgm:cxn modelId="{6DD8068B-CB1E-43F3-A522-A43236265F90}" type="presOf" srcId="{32E4AF4E-88E9-4E6C-9B26-90C3B7507496}" destId="{5B2C6A5B-9907-4CB4-92DC-12F46AD72D21}" srcOrd="0" destOrd="0" presId="urn:microsoft.com/office/officeart/2005/8/layout/hierarchy3"/>
    <dgm:cxn modelId="{FC4F0191-1B4F-4599-8FC0-80691F174DEF}" type="presOf" srcId="{2DB6813A-85C4-40A3-838B-CF718EC4891A}" destId="{2B5C8E0C-EAF5-4D84-BD4F-77DA8DF11E93}" srcOrd="0" destOrd="0" presId="urn:microsoft.com/office/officeart/2005/8/layout/hierarchy3"/>
    <dgm:cxn modelId="{22B0C49D-858E-4DA2-915F-EDF16B9D78BC}" srcId="{43C15D3C-2CE8-48FA-8252-C66352740F77}" destId="{2DB6813A-85C4-40A3-838B-CF718EC4891A}" srcOrd="0" destOrd="0" parTransId="{E6099BA9-504C-4CAE-B729-FF5F9513A38D}" sibTransId="{87DF5AB0-556A-45A2-B355-2FD70EB1E06E}"/>
    <dgm:cxn modelId="{874CFC9E-0658-4B9D-9C3C-0A77AF0A10C0}" srcId="{43C15D3C-2CE8-48FA-8252-C66352740F77}" destId="{463F132B-7664-4E77-9268-ED57D72F82F8}" srcOrd="4" destOrd="0" parTransId="{FC023DD9-AD46-43AB-A0C8-75F8F76DD23C}" sibTransId="{2677CAF4-4571-4F50-9C0A-ED763ED72B64}"/>
    <dgm:cxn modelId="{29AE99AC-FF34-4C9E-AD38-B97F6ACEC24A}" srcId="{A0B5A3AF-6318-4049-9A09-9B0C49D2B8E2}" destId="{B27159C1-9ABD-487C-A5A7-7D7C182F39CC}" srcOrd="2" destOrd="0" parTransId="{3E3867B8-D99E-4ECC-8066-8A14E0D44F80}" sibTransId="{B53C0002-C885-4DC7-8901-63EFAD366FDD}"/>
    <dgm:cxn modelId="{4B3D96BF-7BE7-4DF0-B28B-FB044EF3A5A4}" type="presOf" srcId="{C97B0AB1-40B4-4323-8A01-E10A52206132}" destId="{36DD26D4-A9A9-4B49-A12F-AE2BBF14CCBB}" srcOrd="0" destOrd="0" presId="urn:microsoft.com/office/officeart/2005/8/layout/hierarchy3"/>
    <dgm:cxn modelId="{7134CFCC-0E1F-4DA4-9803-278C323DCB66}" srcId="{A0B5A3AF-6318-4049-9A09-9B0C49D2B8E2}" destId="{3EF31F42-6278-49E8-93DB-FB5E0397E02E}" srcOrd="0" destOrd="0" parTransId="{32E4AF4E-88E9-4E6C-9B26-90C3B7507496}" sibTransId="{8682880D-2D4A-4190-8A04-D76A3EAFFF7B}"/>
    <dgm:cxn modelId="{9527F4CC-CACF-4171-8991-06133B7D6B31}" srcId="{43C15D3C-2CE8-48FA-8252-C66352740F77}" destId="{B250A061-35C4-4E57-8EEB-0B40CC6AB3E6}" srcOrd="1" destOrd="0" parTransId="{43C8F7FD-8713-4651-A745-4690EE323F60}" sibTransId="{D292EEA7-9940-42DD-84CD-D72AD1C7D0A7}"/>
    <dgm:cxn modelId="{0642C9D5-C595-495A-8597-3D8D87FE5D27}" type="presOf" srcId="{3EF31F42-6278-49E8-93DB-FB5E0397E02E}" destId="{D1C6766E-3331-478F-BB50-94780155A11C}" srcOrd="0" destOrd="0" presId="urn:microsoft.com/office/officeart/2005/8/layout/hierarchy3"/>
    <dgm:cxn modelId="{107582E4-D09C-415B-99C6-6C3680D7CAE4}" type="presOf" srcId="{7AE4AFA9-CCEC-4E94-82F9-BC28BD47514C}" destId="{81E6667B-07CF-4946-8A92-15682717D015}" srcOrd="1" destOrd="0" presId="urn:microsoft.com/office/officeart/2005/8/layout/hierarchy3"/>
    <dgm:cxn modelId="{25C2F0E9-7964-4E33-97B5-7A8F727B2654}" type="presOf" srcId="{FFC9B069-9030-4FFB-A036-1DE32078CBB6}" destId="{B2372739-D409-4360-BE32-DAF5149A3292}" srcOrd="0" destOrd="0" presId="urn:microsoft.com/office/officeart/2005/8/layout/hierarchy3"/>
    <dgm:cxn modelId="{460283ED-A874-4568-9516-7BE68EA09407}" srcId="{2DB6813A-85C4-40A3-838B-CF718EC4891A}" destId="{F0844CE2-B722-4F55-A277-CA36E22790F5}" srcOrd="0" destOrd="0" parTransId="{9C46A699-198C-4639-812B-AF64BD1EDBF8}" sibTransId="{0235AF85-73D3-4C71-8F62-A7F2AE4B63B6}"/>
    <dgm:cxn modelId="{18F074F0-110F-4C05-9846-420DAAE80C89}" type="presOf" srcId="{A0B5A3AF-6318-4049-9A09-9B0C49D2B8E2}" destId="{92C4EE71-9F3A-4AEF-BD46-9AA1E4ED518D}" srcOrd="0" destOrd="0" presId="urn:microsoft.com/office/officeart/2005/8/layout/hierarchy3"/>
    <dgm:cxn modelId="{55A274F6-F58A-4ECD-B72C-C321BFDD3A1B}" type="presOf" srcId="{2CBAE784-A34A-4D1E-B96E-BF2FF4145B2F}" destId="{FC498BE7-24C7-4C4B-95AA-888DD9B71EF8}" srcOrd="0" destOrd="0" presId="urn:microsoft.com/office/officeart/2005/8/layout/hierarchy3"/>
    <dgm:cxn modelId="{E1658BFF-328B-4F22-A5C8-F9A47CE399AB}" type="presOf" srcId="{CB6C4973-5245-47AA-BD24-4DCA043A8305}" destId="{42A418DE-F70E-4FDF-9E26-E4A25C104D89}" srcOrd="0" destOrd="0" presId="urn:microsoft.com/office/officeart/2005/8/layout/hierarchy3"/>
    <dgm:cxn modelId="{DAB0615F-5F02-4756-A87F-08D44DABC5D0}" type="presParOf" srcId="{34245CCD-92A3-4C84-9945-D43FFACE65F4}" destId="{2C2F9BA0-3CCE-4F28-A3C6-7E7D81B12EE8}" srcOrd="0" destOrd="0" presId="urn:microsoft.com/office/officeart/2005/8/layout/hierarchy3"/>
    <dgm:cxn modelId="{A7E5C8AD-AFD9-47DA-9B4C-B83833983C41}" type="presParOf" srcId="{2C2F9BA0-3CCE-4F28-A3C6-7E7D81B12EE8}" destId="{0AE7AE48-77E5-45E0-9F63-59C80244153B}" srcOrd="0" destOrd="0" presId="urn:microsoft.com/office/officeart/2005/8/layout/hierarchy3"/>
    <dgm:cxn modelId="{0DD4E16D-031F-4C84-BBA0-8CCE795392A0}" type="presParOf" srcId="{0AE7AE48-77E5-45E0-9F63-59C80244153B}" destId="{2B5C8E0C-EAF5-4D84-BD4F-77DA8DF11E93}" srcOrd="0" destOrd="0" presId="urn:microsoft.com/office/officeart/2005/8/layout/hierarchy3"/>
    <dgm:cxn modelId="{D25C3478-47FB-4B87-A115-8A5A91151FF5}" type="presParOf" srcId="{0AE7AE48-77E5-45E0-9F63-59C80244153B}" destId="{FEF7D7DB-E1B7-4A49-9189-3CD65349887B}" srcOrd="1" destOrd="0" presId="urn:microsoft.com/office/officeart/2005/8/layout/hierarchy3"/>
    <dgm:cxn modelId="{3E49871F-50DF-4DEF-8045-F40AADA4C07D}" type="presParOf" srcId="{2C2F9BA0-3CCE-4F28-A3C6-7E7D81B12EE8}" destId="{34A49AC7-3F3D-4175-ADB4-4BF166F04C02}" srcOrd="1" destOrd="0" presId="urn:microsoft.com/office/officeart/2005/8/layout/hierarchy3"/>
    <dgm:cxn modelId="{72EDFFDC-B45B-435D-AAA0-D9A91C2BD6E4}" type="presParOf" srcId="{34A49AC7-3F3D-4175-ADB4-4BF166F04C02}" destId="{FDCF256C-8C0E-4BF7-B502-BF9B9E74202B}" srcOrd="0" destOrd="0" presId="urn:microsoft.com/office/officeart/2005/8/layout/hierarchy3"/>
    <dgm:cxn modelId="{4339B67F-3726-4475-930E-74012F53A156}" type="presParOf" srcId="{34A49AC7-3F3D-4175-ADB4-4BF166F04C02}" destId="{0FC3FB03-9198-4481-82F5-6FE744A831CB}" srcOrd="1" destOrd="0" presId="urn:microsoft.com/office/officeart/2005/8/layout/hierarchy3"/>
    <dgm:cxn modelId="{9278CE4D-2512-47B0-A9A8-5BB259BD7421}" type="presParOf" srcId="{34A49AC7-3F3D-4175-ADB4-4BF166F04C02}" destId="{F57E08DC-CBEA-4F19-ABCD-C600562AE2B7}" srcOrd="2" destOrd="0" presId="urn:microsoft.com/office/officeart/2005/8/layout/hierarchy3"/>
    <dgm:cxn modelId="{203C3AB4-46CA-47D8-9CC9-EDC7CE5B15DB}" type="presParOf" srcId="{34A49AC7-3F3D-4175-ADB4-4BF166F04C02}" destId="{2F909A49-4D99-49EA-BF25-7BB5B2DC7346}" srcOrd="3" destOrd="0" presId="urn:microsoft.com/office/officeart/2005/8/layout/hierarchy3"/>
    <dgm:cxn modelId="{15C83C37-A713-45FD-A531-DAF273BF7539}" type="presParOf" srcId="{34245CCD-92A3-4C84-9945-D43FFACE65F4}" destId="{2A21E8D6-BD0B-46C4-8B0E-72CC52F8300C}" srcOrd="1" destOrd="0" presId="urn:microsoft.com/office/officeart/2005/8/layout/hierarchy3"/>
    <dgm:cxn modelId="{ADAA0E22-40C9-4E6C-8144-45962BECEEEC}" type="presParOf" srcId="{2A21E8D6-BD0B-46C4-8B0E-72CC52F8300C}" destId="{F3BE005E-6146-4432-9C08-860756A1A909}" srcOrd="0" destOrd="0" presId="urn:microsoft.com/office/officeart/2005/8/layout/hierarchy3"/>
    <dgm:cxn modelId="{4BD341B7-B4C7-4C35-AF96-0C3F7C1C236D}" type="presParOf" srcId="{F3BE005E-6146-4432-9C08-860756A1A909}" destId="{8F4DA062-06C8-4D9D-B670-6485D8898A80}" srcOrd="0" destOrd="0" presId="urn:microsoft.com/office/officeart/2005/8/layout/hierarchy3"/>
    <dgm:cxn modelId="{7BE1DEC5-2DD0-441E-A854-BD8522B630CB}" type="presParOf" srcId="{F3BE005E-6146-4432-9C08-860756A1A909}" destId="{B25BDBE0-9136-44E5-85A7-6BAE3149CA77}" srcOrd="1" destOrd="0" presId="urn:microsoft.com/office/officeart/2005/8/layout/hierarchy3"/>
    <dgm:cxn modelId="{2E2E9E1F-CF2B-44F8-A402-C21635BECAC0}" type="presParOf" srcId="{2A21E8D6-BD0B-46C4-8B0E-72CC52F8300C}" destId="{85D27361-BD2C-4BD6-8FE6-0B00FC5D26B9}" srcOrd="1" destOrd="0" presId="urn:microsoft.com/office/officeart/2005/8/layout/hierarchy3"/>
    <dgm:cxn modelId="{1F3568EF-088F-4AFA-8DD0-1249F527F47B}" type="presParOf" srcId="{85D27361-BD2C-4BD6-8FE6-0B00FC5D26B9}" destId="{5170770F-D52C-4A6F-BDA1-6F51BC6F6EC5}" srcOrd="0" destOrd="0" presId="urn:microsoft.com/office/officeart/2005/8/layout/hierarchy3"/>
    <dgm:cxn modelId="{D946A6AB-34C2-4AAA-BB3A-2C19758BC004}" type="presParOf" srcId="{85D27361-BD2C-4BD6-8FE6-0B00FC5D26B9}" destId="{520D5D9C-F425-4940-A32E-0F72F7061C90}" srcOrd="1" destOrd="0" presId="urn:microsoft.com/office/officeart/2005/8/layout/hierarchy3"/>
    <dgm:cxn modelId="{168183F7-60FE-4029-90CB-336B560CC57E}" type="presParOf" srcId="{85D27361-BD2C-4BD6-8FE6-0B00FC5D26B9}" destId="{3BD5B3AA-4D96-40E6-BA86-D42308524C85}" srcOrd="2" destOrd="0" presId="urn:microsoft.com/office/officeart/2005/8/layout/hierarchy3"/>
    <dgm:cxn modelId="{2FD4C153-EE30-48DE-B866-D90BBD6A5F04}" type="presParOf" srcId="{85D27361-BD2C-4BD6-8FE6-0B00FC5D26B9}" destId="{36DD26D4-A9A9-4B49-A12F-AE2BBF14CCBB}" srcOrd="3" destOrd="0" presId="urn:microsoft.com/office/officeart/2005/8/layout/hierarchy3"/>
    <dgm:cxn modelId="{C133FA93-938F-4C40-8251-C559AEA1D41A}" type="presParOf" srcId="{34245CCD-92A3-4C84-9945-D43FFACE65F4}" destId="{F607DE1F-E320-4802-91AB-432DAB3C92D6}" srcOrd="2" destOrd="0" presId="urn:microsoft.com/office/officeart/2005/8/layout/hierarchy3"/>
    <dgm:cxn modelId="{6BA6340A-C818-44AB-85CF-1A7274E1A33F}" type="presParOf" srcId="{F607DE1F-E320-4802-91AB-432DAB3C92D6}" destId="{C99AE4F0-8C6E-4D86-91AE-0F7407A16E72}" srcOrd="0" destOrd="0" presId="urn:microsoft.com/office/officeart/2005/8/layout/hierarchy3"/>
    <dgm:cxn modelId="{44D44080-F760-4422-AB7D-9680AFE61A8D}" type="presParOf" srcId="{C99AE4F0-8C6E-4D86-91AE-0F7407A16E72}" destId="{DD28B44E-5BF8-498A-8BB3-2BD478EDB9D4}" srcOrd="0" destOrd="0" presId="urn:microsoft.com/office/officeart/2005/8/layout/hierarchy3"/>
    <dgm:cxn modelId="{50583BB7-AF70-456B-9BCA-8072D95053FE}" type="presParOf" srcId="{C99AE4F0-8C6E-4D86-91AE-0F7407A16E72}" destId="{81E6667B-07CF-4946-8A92-15682717D015}" srcOrd="1" destOrd="0" presId="urn:microsoft.com/office/officeart/2005/8/layout/hierarchy3"/>
    <dgm:cxn modelId="{85D6C4C7-C93A-4FBF-B474-8AB31AB82382}" type="presParOf" srcId="{F607DE1F-E320-4802-91AB-432DAB3C92D6}" destId="{B045841D-2BC5-4742-8222-8D63BEF0FF97}" srcOrd="1" destOrd="0" presId="urn:microsoft.com/office/officeart/2005/8/layout/hierarchy3"/>
    <dgm:cxn modelId="{B52C7329-B304-4FD9-BBA8-C48E968F1444}" type="presParOf" srcId="{B045841D-2BC5-4742-8222-8D63BEF0FF97}" destId="{8D1EB506-561C-4A86-9A15-C65E08462589}" srcOrd="0" destOrd="0" presId="urn:microsoft.com/office/officeart/2005/8/layout/hierarchy3"/>
    <dgm:cxn modelId="{4B731097-763F-4A9B-9E0A-14A2F2EC6959}" type="presParOf" srcId="{B045841D-2BC5-4742-8222-8D63BEF0FF97}" destId="{E3FCE9D1-FA28-476B-9316-9133D6237AB8}" srcOrd="1" destOrd="0" presId="urn:microsoft.com/office/officeart/2005/8/layout/hierarchy3"/>
    <dgm:cxn modelId="{7A23FDC3-3C48-42C1-99DD-6C919ACBF30D}" type="presParOf" srcId="{B045841D-2BC5-4742-8222-8D63BEF0FF97}" destId="{9BA250F1-F675-4D7F-8B94-2B0A47D8A60C}" srcOrd="2" destOrd="0" presId="urn:microsoft.com/office/officeart/2005/8/layout/hierarchy3"/>
    <dgm:cxn modelId="{2195017A-5DE7-403B-B0AD-ECB579726D92}" type="presParOf" srcId="{B045841D-2BC5-4742-8222-8D63BEF0FF97}" destId="{B4923244-09C2-4F30-8C5D-51B9285BC0B7}" srcOrd="3" destOrd="0" presId="urn:microsoft.com/office/officeart/2005/8/layout/hierarchy3"/>
    <dgm:cxn modelId="{79C8DF7A-5E0C-43BF-99CD-FB7B04D231EF}" type="presParOf" srcId="{34245CCD-92A3-4C84-9945-D43FFACE65F4}" destId="{E8C0165E-4947-4983-A92D-7B8BF24FCB52}" srcOrd="3" destOrd="0" presId="urn:microsoft.com/office/officeart/2005/8/layout/hierarchy3"/>
    <dgm:cxn modelId="{86F764B6-1289-4FA2-8AFD-FB65BDA53C6D}" type="presParOf" srcId="{E8C0165E-4947-4983-A92D-7B8BF24FCB52}" destId="{49177483-2321-4437-BE71-200B42BA2C15}" srcOrd="0" destOrd="0" presId="urn:microsoft.com/office/officeart/2005/8/layout/hierarchy3"/>
    <dgm:cxn modelId="{AAA27288-E2BA-4E4D-91F0-E58C9E7C31CA}" type="presParOf" srcId="{49177483-2321-4437-BE71-200B42BA2C15}" destId="{92C4EE71-9F3A-4AEF-BD46-9AA1E4ED518D}" srcOrd="0" destOrd="0" presId="urn:microsoft.com/office/officeart/2005/8/layout/hierarchy3"/>
    <dgm:cxn modelId="{C9C1D5DF-174C-48E3-BE99-D94350DE9341}" type="presParOf" srcId="{49177483-2321-4437-BE71-200B42BA2C15}" destId="{5F82701F-058F-4CAB-B449-80F8E8743CA3}" srcOrd="1" destOrd="0" presId="urn:microsoft.com/office/officeart/2005/8/layout/hierarchy3"/>
    <dgm:cxn modelId="{595476D9-6258-4D4A-A030-8ACA465AD17F}" type="presParOf" srcId="{E8C0165E-4947-4983-A92D-7B8BF24FCB52}" destId="{EDDFE5E8-85C1-4300-B024-71E138BF3710}" srcOrd="1" destOrd="0" presId="urn:microsoft.com/office/officeart/2005/8/layout/hierarchy3"/>
    <dgm:cxn modelId="{AEBF39C4-DF9B-4A01-87A4-335078488D97}" type="presParOf" srcId="{EDDFE5E8-85C1-4300-B024-71E138BF3710}" destId="{5B2C6A5B-9907-4CB4-92DC-12F46AD72D21}" srcOrd="0" destOrd="0" presId="urn:microsoft.com/office/officeart/2005/8/layout/hierarchy3"/>
    <dgm:cxn modelId="{541CC8FA-0CEF-462D-AF18-DCE6F05C41A6}" type="presParOf" srcId="{EDDFE5E8-85C1-4300-B024-71E138BF3710}" destId="{D1C6766E-3331-478F-BB50-94780155A11C}" srcOrd="1" destOrd="0" presId="urn:microsoft.com/office/officeart/2005/8/layout/hierarchy3"/>
    <dgm:cxn modelId="{C45165F0-F65F-44E0-9896-EB3775413B64}" type="presParOf" srcId="{EDDFE5E8-85C1-4300-B024-71E138BF3710}" destId="{42A418DE-F70E-4FDF-9E26-E4A25C104D89}" srcOrd="2" destOrd="0" presId="urn:microsoft.com/office/officeart/2005/8/layout/hierarchy3"/>
    <dgm:cxn modelId="{515D6A85-3649-408F-8684-8A267B1AFC26}" type="presParOf" srcId="{EDDFE5E8-85C1-4300-B024-71E138BF3710}" destId="{5AD8CFF0-5918-4183-805D-4DBAD0732784}" srcOrd="3" destOrd="0" presId="urn:microsoft.com/office/officeart/2005/8/layout/hierarchy3"/>
    <dgm:cxn modelId="{F27F07A8-9469-4E28-95C9-45EAB3B34A35}" type="presParOf" srcId="{EDDFE5E8-85C1-4300-B024-71E138BF3710}" destId="{20E5ECF2-181A-4002-99AF-1F5CD729C9C5}" srcOrd="4" destOrd="0" presId="urn:microsoft.com/office/officeart/2005/8/layout/hierarchy3"/>
    <dgm:cxn modelId="{2EC2D39B-9187-4856-A9EB-2DDF139B41E1}" type="presParOf" srcId="{EDDFE5E8-85C1-4300-B024-71E138BF3710}" destId="{9CFEF124-4873-4BB6-8009-61A22070D9C5}" srcOrd="5" destOrd="0" presId="urn:microsoft.com/office/officeart/2005/8/layout/hierarchy3"/>
    <dgm:cxn modelId="{17D61B0F-AB1D-44F4-886B-82FAF3FF937D}" type="presParOf" srcId="{34245CCD-92A3-4C84-9945-D43FFACE65F4}" destId="{4132D1D4-9B5F-4F89-9836-5D8D992FE1AB}" srcOrd="4" destOrd="0" presId="urn:microsoft.com/office/officeart/2005/8/layout/hierarchy3"/>
    <dgm:cxn modelId="{22ED3508-85D0-494F-BE3C-657898B3A36E}" type="presParOf" srcId="{4132D1D4-9B5F-4F89-9836-5D8D992FE1AB}" destId="{E9D10AE4-4F2E-4012-9B41-FB36E4EFEC2B}" srcOrd="0" destOrd="0" presId="urn:microsoft.com/office/officeart/2005/8/layout/hierarchy3"/>
    <dgm:cxn modelId="{C9416C0B-D1E4-4E59-A294-983284F2FF0E}" type="presParOf" srcId="{E9D10AE4-4F2E-4012-9B41-FB36E4EFEC2B}" destId="{B3D810C9-D173-4718-B5DB-BDF5E0080435}" srcOrd="0" destOrd="0" presId="urn:microsoft.com/office/officeart/2005/8/layout/hierarchy3"/>
    <dgm:cxn modelId="{9AB2B421-131B-4CD4-A14D-178C7E56C365}" type="presParOf" srcId="{E9D10AE4-4F2E-4012-9B41-FB36E4EFEC2B}" destId="{0F834516-00B3-4FFE-A899-7718EFCDC6DA}" srcOrd="1" destOrd="0" presId="urn:microsoft.com/office/officeart/2005/8/layout/hierarchy3"/>
    <dgm:cxn modelId="{26782416-88A2-4D45-8B16-ACFD1EEA74D3}" type="presParOf" srcId="{4132D1D4-9B5F-4F89-9836-5D8D992FE1AB}" destId="{BE131819-2632-4833-AEBB-E5EAB9CA8A06}" srcOrd="1" destOrd="0" presId="urn:microsoft.com/office/officeart/2005/8/layout/hierarchy3"/>
    <dgm:cxn modelId="{BF10BB17-4A76-48EC-AE43-6A3E278AC1A2}" type="presParOf" srcId="{BE131819-2632-4833-AEBB-E5EAB9CA8A06}" destId="{D95248D4-D4F7-4F3C-BD60-C264B47B3E98}" srcOrd="0" destOrd="0" presId="urn:microsoft.com/office/officeart/2005/8/layout/hierarchy3"/>
    <dgm:cxn modelId="{CCBB3D38-D934-4357-A48A-B9429AC1E127}" type="presParOf" srcId="{BE131819-2632-4833-AEBB-E5EAB9CA8A06}" destId="{FC498BE7-24C7-4C4B-95AA-888DD9B71EF8}" srcOrd="1" destOrd="0" presId="urn:microsoft.com/office/officeart/2005/8/layout/hierarchy3"/>
    <dgm:cxn modelId="{AD4BAA68-78B1-4BCB-8138-A06002A35BDC}" type="presParOf" srcId="{BE131819-2632-4833-AEBB-E5EAB9CA8A06}" destId="{C11E590B-1BA7-4604-AEEA-06504B58DC2E}" srcOrd="2" destOrd="0" presId="urn:microsoft.com/office/officeart/2005/8/layout/hierarchy3"/>
    <dgm:cxn modelId="{5F2362A0-E10F-4ED0-BF4B-C08FD6253ACE}" type="presParOf" srcId="{BE131819-2632-4833-AEBB-E5EAB9CA8A06}" destId="{B2372739-D409-4360-BE32-DAF5149A3292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AABEFB-647A-43E4-9D90-D2D0959E65C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2C6306-7D37-44B9-8866-DB4A881549DF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Any Questions?</a:t>
          </a:r>
        </a:p>
      </dgm:t>
    </dgm:pt>
    <dgm:pt modelId="{23424040-B9CD-488F-A8A3-90917B3ABFD8}" type="parTrans" cxnId="{1F87D86C-D665-4683-A5BA-A278D7054F51}">
      <dgm:prSet/>
      <dgm:spPr/>
      <dgm:t>
        <a:bodyPr/>
        <a:lstStyle/>
        <a:p>
          <a:endParaRPr lang="en-US"/>
        </a:p>
      </dgm:t>
    </dgm:pt>
    <dgm:pt modelId="{6C46067A-2E9C-4650-A620-C8754618E6E6}" type="sibTrans" cxnId="{1F87D86C-D665-4683-A5BA-A278D7054F51}">
      <dgm:prSet/>
      <dgm:spPr/>
      <dgm:t>
        <a:bodyPr/>
        <a:lstStyle/>
        <a:p>
          <a:endParaRPr lang="en-US"/>
        </a:p>
      </dgm:t>
    </dgm:pt>
    <dgm:pt modelId="{228AA4D7-EDFA-4AAA-8472-EC9AA20C1DDD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We’re happy to answer your queries.</a:t>
          </a:r>
        </a:p>
      </dgm:t>
    </dgm:pt>
    <dgm:pt modelId="{04862C15-ED3B-47D6-B783-2469AD73075B}" type="parTrans" cxnId="{74518CB4-EA23-48A4-8AE6-CC9D5E583418}">
      <dgm:prSet/>
      <dgm:spPr/>
      <dgm:t>
        <a:bodyPr/>
        <a:lstStyle/>
        <a:p>
          <a:endParaRPr lang="en-US"/>
        </a:p>
      </dgm:t>
    </dgm:pt>
    <dgm:pt modelId="{F076DEBA-1B9B-4123-A889-700D58054169}" type="sibTrans" cxnId="{74518CB4-EA23-48A4-8AE6-CC9D5E583418}">
      <dgm:prSet/>
      <dgm:spPr/>
      <dgm:t>
        <a:bodyPr/>
        <a:lstStyle/>
        <a:p>
          <a:endParaRPr lang="en-US"/>
        </a:p>
      </dgm:t>
    </dgm:pt>
    <dgm:pt modelId="{582D9B5D-3E70-4600-BE74-78BCCEE909AD}" type="pres">
      <dgm:prSet presAssocID="{36AABEFB-647A-43E4-9D90-D2D0959E65C4}" presName="root" presStyleCnt="0">
        <dgm:presLayoutVars>
          <dgm:dir/>
          <dgm:resizeHandles val="exact"/>
        </dgm:presLayoutVars>
      </dgm:prSet>
      <dgm:spPr/>
    </dgm:pt>
    <dgm:pt modelId="{12561377-10F0-455F-B062-254A6B4E61F0}" type="pres">
      <dgm:prSet presAssocID="{432C6306-7D37-44B9-8866-DB4A881549DF}" presName="compNode" presStyleCnt="0"/>
      <dgm:spPr/>
    </dgm:pt>
    <dgm:pt modelId="{A47A7C8F-9F23-4391-8B5A-DB5C07D9B70D}" type="pres">
      <dgm:prSet presAssocID="{432C6306-7D37-44B9-8866-DB4A881549DF}" presName="bgRect" presStyleLbl="bgShp" presStyleIdx="0" presStyleCnt="2"/>
      <dgm:spPr/>
    </dgm:pt>
    <dgm:pt modelId="{15B87F83-F684-433E-9F47-E30F4F090D0B}" type="pres">
      <dgm:prSet presAssocID="{432C6306-7D37-44B9-8866-DB4A881549D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C25B47FA-C938-426F-9B19-5032BA2DC5D2}" type="pres">
      <dgm:prSet presAssocID="{432C6306-7D37-44B9-8866-DB4A881549DF}" presName="spaceRect" presStyleCnt="0"/>
      <dgm:spPr/>
    </dgm:pt>
    <dgm:pt modelId="{ABC352AD-F76A-4A9E-9246-893C803A43B2}" type="pres">
      <dgm:prSet presAssocID="{432C6306-7D37-44B9-8866-DB4A881549DF}" presName="parTx" presStyleLbl="revTx" presStyleIdx="0" presStyleCnt="2">
        <dgm:presLayoutVars>
          <dgm:chMax val="0"/>
          <dgm:chPref val="0"/>
        </dgm:presLayoutVars>
      </dgm:prSet>
      <dgm:spPr/>
    </dgm:pt>
    <dgm:pt modelId="{5C587EE3-D001-422C-96B5-A6CBB61890BC}" type="pres">
      <dgm:prSet presAssocID="{6C46067A-2E9C-4650-A620-C8754618E6E6}" presName="sibTrans" presStyleCnt="0"/>
      <dgm:spPr/>
    </dgm:pt>
    <dgm:pt modelId="{82277E01-4879-4998-8EFE-50004C6B223B}" type="pres">
      <dgm:prSet presAssocID="{228AA4D7-EDFA-4AAA-8472-EC9AA20C1DDD}" presName="compNode" presStyleCnt="0"/>
      <dgm:spPr/>
    </dgm:pt>
    <dgm:pt modelId="{33783E62-F5C5-4173-BAD8-03604919A8D4}" type="pres">
      <dgm:prSet presAssocID="{228AA4D7-EDFA-4AAA-8472-EC9AA20C1DDD}" presName="bgRect" presStyleLbl="bgShp" presStyleIdx="1" presStyleCnt="2"/>
      <dgm:spPr/>
    </dgm:pt>
    <dgm:pt modelId="{4539D555-AC7C-43E2-B725-F168D7207D57}" type="pres">
      <dgm:prSet presAssocID="{228AA4D7-EDFA-4AAA-8472-EC9AA20C1DD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AD85588B-FC86-4E83-A785-D47A98CBC040}" type="pres">
      <dgm:prSet presAssocID="{228AA4D7-EDFA-4AAA-8472-EC9AA20C1DDD}" presName="spaceRect" presStyleCnt="0"/>
      <dgm:spPr/>
    </dgm:pt>
    <dgm:pt modelId="{693D9758-0BAF-4460-A99A-5CB9718352BC}" type="pres">
      <dgm:prSet presAssocID="{228AA4D7-EDFA-4AAA-8472-EC9AA20C1DD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2722B42-1029-458B-8460-11644475AC57}" type="presOf" srcId="{228AA4D7-EDFA-4AAA-8472-EC9AA20C1DDD}" destId="{693D9758-0BAF-4460-A99A-5CB9718352BC}" srcOrd="0" destOrd="0" presId="urn:microsoft.com/office/officeart/2018/2/layout/IconVerticalSolidList"/>
    <dgm:cxn modelId="{1F87D86C-D665-4683-A5BA-A278D7054F51}" srcId="{36AABEFB-647A-43E4-9D90-D2D0959E65C4}" destId="{432C6306-7D37-44B9-8866-DB4A881549DF}" srcOrd="0" destOrd="0" parTransId="{23424040-B9CD-488F-A8A3-90917B3ABFD8}" sibTransId="{6C46067A-2E9C-4650-A620-C8754618E6E6}"/>
    <dgm:cxn modelId="{74518CB4-EA23-48A4-8AE6-CC9D5E583418}" srcId="{36AABEFB-647A-43E4-9D90-D2D0959E65C4}" destId="{228AA4D7-EDFA-4AAA-8472-EC9AA20C1DDD}" srcOrd="1" destOrd="0" parTransId="{04862C15-ED3B-47D6-B783-2469AD73075B}" sibTransId="{F076DEBA-1B9B-4123-A889-700D58054169}"/>
    <dgm:cxn modelId="{D68B95BA-46EA-48E8-8319-094EF488944B}" type="presOf" srcId="{432C6306-7D37-44B9-8866-DB4A881549DF}" destId="{ABC352AD-F76A-4A9E-9246-893C803A43B2}" srcOrd="0" destOrd="0" presId="urn:microsoft.com/office/officeart/2018/2/layout/IconVerticalSolidList"/>
    <dgm:cxn modelId="{66B431DD-608E-4B40-9491-4387222DA6F2}" type="presOf" srcId="{36AABEFB-647A-43E4-9D90-D2D0959E65C4}" destId="{582D9B5D-3E70-4600-BE74-78BCCEE909AD}" srcOrd="0" destOrd="0" presId="urn:microsoft.com/office/officeart/2018/2/layout/IconVerticalSolidList"/>
    <dgm:cxn modelId="{F0FEC86B-B9EE-415B-9F01-A7511760C8C3}" type="presParOf" srcId="{582D9B5D-3E70-4600-BE74-78BCCEE909AD}" destId="{12561377-10F0-455F-B062-254A6B4E61F0}" srcOrd="0" destOrd="0" presId="urn:microsoft.com/office/officeart/2018/2/layout/IconVerticalSolidList"/>
    <dgm:cxn modelId="{32A053CD-D04F-4A33-89C0-0D7A9DC3D574}" type="presParOf" srcId="{12561377-10F0-455F-B062-254A6B4E61F0}" destId="{A47A7C8F-9F23-4391-8B5A-DB5C07D9B70D}" srcOrd="0" destOrd="0" presId="urn:microsoft.com/office/officeart/2018/2/layout/IconVerticalSolidList"/>
    <dgm:cxn modelId="{73781A0B-2FD6-4395-9023-A4D0A8CAC056}" type="presParOf" srcId="{12561377-10F0-455F-B062-254A6B4E61F0}" destId="{15B87F83-F684-433E-9F47-E30F4F090D0B}" srcOrd="1" destOrd="0" presId="urn:microsoft.com/office/officeart/2018/2/layout/IconVerticalSolidList"/>
    <dgm:cxn modelId="{F4EB63D0-0670-44FB-AB49-D840D8E4B6CB}" type="presParOf" srcId="{12561377-10F0-455F-B062-254A6B4E61F0}" destId="{C25B47FA-C938-426F-9B19-5032BA2DC5D2}" srcOrd="2" destOrd="0" presId="urn:microsoft.com/office/officeart/2018/2/layout/IconVerticalSolidList"/>
    <dgm:cxn modelId="{475F96A9-E743-4AF9-89A4-EAC1E0A07B57}" type="presParOf" srcId="{12561377-10F0-455F-B062-254A6B4E61F0}" destId="{ABC352AD-F76A-4A9E-9246-893C803A43B2}" srcOrd="3" destOrd="0" presId="urn:microsoft.com/office/officeart/2018/2/layout/IconVerticalSolidList"/>
    <dgm:cxn modelId="{798209B2-A65F-496A-9365-921D1814FDD9}" type="presParOf" srcId="{582D9B5D-3E70-4600-BE74-78BCCEE909AD}" destId="{5C587EE3-D001-422C-96B5-A6CBB61890BC}" srcOrd="1" destOrd="0" presId="urn:microsoft.com/office/officeart/2018/2/layout/IconVerticalSolidList"/>
    <dgm:cxn modelId="{2D3E1846-489A-40A2-92AD-2236F3E7BBBE}" type="presParOf" srcId="{582D9B5D-3E70-4600-BE74-78BCCEE909AD}" destId="{82277E01-4879-4998-8EFE-50004C6B223B}" srcOrd="2" destOrd="0" presId="urn:microsoft.com/office/officeart/2018/2/layout/IconVerticalSolidList"/>
    <dgm:cxn modelId="{03E8A0A0-0492-4F6D-B35A-24D841FA77D0}" type="presParOf" srcId="{82277E01-4879-4998-8EFE-50004C6B223B}" destId="{33783E62-F5C5-4173-BAD8-03604919A8D4}" srcOrd="0" destOrd="0" presId="urn:microsoft.com/office/officeart/2018/2/layout/IconVerticalSolidList"/>
    <dgm:cxn modelId="{E2C455DD-920D-4215-86D7-CA2E77BEDE48}" type="presParOf" srcId="{82277E01-4879-4998-8EFE-50004C6B223B}" destId="{4539D555-AC7C-43E2-B725-F168D7207D57}" srcOrd="1" destOrd="0" presId="urn:microsoft.com/office/officeart/2018/2/layout/IconVerticalSolidList"/>
    <dgm:cxn modelId="{A9DEDE6E-1990-4A74-8285-1FF92C88DAA2}" type="presParOf" srcId="{82277E01-4879-4998-8EFE-50004C6B223B}" destId="{AD85588B-FC86-4E83-A785-D47A98CBC040}" srcOrd="2" destOrd="0" presId="urn:microsoft.com/office/officeart/2018/2/layout/IconVerticalSolidList"/>
    <dgm:cxn modelId="{94834859-DFF7-4A95-ADCC-9434E42759ED}" type="presParOf" srcId="{82277E01-4879-4998-8EFE-50004C6B223B}" destId="{693D9758-0BAF-4460-A99A-5CB9718352B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CEB46-2822-4112-B4DE-D88B8B097BBF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F51616-70D8-4336-B87B-59F53524CA04}">
      <dsp:nvSpPr>
        <dsp:cNvPr id="0" name=""/>
        <dsp:cNvSpPr/>
      </dsp:nvSpPr>
      <dsp:spPr>
        <a:xfrm>
          <a:off x="0" y="665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0" y="665"/>
        <a:ext cx="5000124" cy="778941"/>
      </dsp:txXfrm>
    </dsp:sp>
    <dsp:sp modelId="{9C37F92C-02E2-44B9-BF49-B56BFC775FCE}">
      <dsp:nvSpPr>
        <dsp:cNvPr id="0" name=""/>
        <dsp:cNvSpPr/>
      </dsp:nvSpPr>
      <dsp:spPr>
        <a:xfrm>
          <a:off x="0" y="779606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2025358"/>
              <a:satOff val="-138"/>
              <a:lumOff val="32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6FB43F-15F0-4F2A-982C-15E5A240E453}">
      <dsp:nvSpPr>
        <dsp:cNvPr id="0" name=""/>
        <dsp:cNvSpPr/>
      </dsp:nvSpPr>
      <dsp:spPr>
        <a:xfrm>
          <a:off x="0" y="779606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</a:p>
      </dsp:txBody>
      <dsp:txXfrm>
        <a:off x="0" y="779606"/>
        <a:ext cx="5000124" cy="778941"/>
      </dsp:txXfrm>
    </dsp:sp>
    <dsp:sp modelId="{7FA58CA6-3322-4E71-8ADC-BD47F30E14DC}">
      <dsp:nvSpPr>
        <dsp:cNvPr id="0" name=""/>
        <dsp:cNvSpPr/>
      </dsp:nvSpPr>
      <dsp:spPr>
        <a:xfrm>
          <a:off x="0" y="1558548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4E8792-72F9-4B90-A27B-9E5065B24217}">
      <dsp:nvSpPr>
        <dsp:cNvPr id="0" name=""/>
        <dsp:cNvSpPr/>
      </dsp:nvSpPr>
      <dsp:spPr>
        <a:xfrm>
          <a:off x="0" y="1558548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</a:p>
      </dsp:txBody>
      <dsp:txXfrm>
        <a:off x="0" y="1558548"/>
        <a:ext cx="5000124" cy="778941"/>
      </dsp:txXfrm>
    </dsp:sp>
    <dsp:sp modelId="{DF546FFE-2142-4182-818B-9C826F8ACB98}">
      <dsp:nvSpPr>
        <dsp:cNvPr id="0" name=""/>
        <dsp:cNvSpPr/>
      </dsp:nvSpPr>
      <dsp:spPr>
        <a:xfrm>
          <a:off x="0" y="2337489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C68522-5199-47AC-882F-D1A87E0733B0}">
      <dsp:nvSpPr>
        <dsp:cNvPr id="0" name=""/>
        <dsp:cNvSpPr/>
      </dsp:nvSpPr>
      <dsp:spPr>
        <a:xfrm>
          <a:off x="0" y="2337489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Hive Analysis (5 insights)</a:t>
          </a:r>
        </a:p>
      </dsp:txBody>
      <dsp:txXfrm>
        <a:off x="0" y="2337489"/>
        <a:ext cx="5000124" cy="778941"/>
      </dsp:txXfrm>
    </dsp:sp>
    <dsp:sp modelId="{9F8C9335-F42F-4287-A620-05255AAE00C5}">
      <dsp:nvSpPr>
        <dsp:cNvPr id="0" name=""/>
        <dsp:cNvSpPr/>
      </dsp:nvSpPr>
      <dsp:spPr>
        <a:xfrm>
          <a:off x="0" y="311643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178DEB-87B0-4B7E-AB5B-286D49EA773E}">
      <dsp:nvSpPr>
        <dsp:cNvPr id="0" name=""/>
        <dsp:cNvSpPr/>
      </dsp:nvSpPr>
      <dsp:spPr>
        <a:xfrm>
          <a:off x="0" y="3116430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Zeppelin &amp; Spark Analysis (5 insights)</a:t>
          </a:r>
        </a:p>
      </dsp:txBody>
      <dsp:txXfrm>
        <a:off x="0" y="3116430"/>
        <a:ext cx="5000124" cy="778941"/>
      </dsp:txXfrm>
    </dsp:sp>
    <dsp:sp modelId="{C96C793A-F4E4-451A-8512-23E342DC08C1}">
      <dsp:nvSpPr>
        <dsp:cNvPr id="0" name=""/>
        <dsp:cNvSpPr/>
      </dsp:nvSpPr>
      <dsp:spPr>
        <a:xfrm>
          <a:off x="0" y="3895371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0126791"/>
              <a:satOff val="-688"/>
              <a:lumOff val="16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60A13A-8473-4A58-955C-DCC8741E513D}">
      <dsp:nvSpPr>
        <dsp:cNvPr id="0" name=""/>
        <dsp:cNvSpPr/>
      </dsp:nvSpPr>
      <dsp:spPr>
        <a:xfrm>
          <a:off x="0" y="3895371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0" y="3895371"/>
        <a:ext cx="5000124" cy="778941"/>
      </dsp:txXfrm>
    </dsp:sp>
    <dsp:sp modelId="{B0D3FC7B-2636-4B8E-BE5A-4B1DFFB3A1EA}">
      <dsp:nvSpPr>
        <dsp:cNvPr id="0" name=""/>
        <dsp:cNvSpPr/>
      </dsp:nvSpPr>
      <dsp:spPr>
        <a:xfrm>
          <a:off x="0" y="4674313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875915-7831-4CBD-A664-45ADBF7886C7}">
      <dsp:nvSpPr>
        <dsp:cNvPr id="0" name=""/>
        <dsp:cNvSpPr/>
      </dsp:nvSpPr>
      <dsp:spPr>
        <a:xfrm>
          <a:off x="0" y="4674313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Q&amp;A</a:t>
          </a:r>
        </a:p>
      </dsp:txBody>
      <dsp:txXfrm>
        <a:off x="0" y="4674313"/>
        <a:ext cx="5000124" cy="7789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C8E0C-EAF5-4D84-BD4F-77DA8DF11E93}">
      <dsp:nvSpPr>
        <dsp:cNvPr id="0" name=""/>
        <dsp:cNvSpPr/>
      </dsp:nvSpPr>
      <dsp:spPr>
        <a:xfrm>
          <a:off x="1885" y="295691"/>
          <a:ext cx="1284698" cy="642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HDFS (Hadoop Distributed File System)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99" y="314505"/>
        <a:ext cx="1247070" cy="604721"/>
      </dsp:txXfrm>
    </dsp:sp>
    <dsp:sp modelId="{FDCF256C-8C0E-4BF7-B502-BF9B9E74202B}">
      <dsp:nvSpPr>
        <dsp:cNvPr id="0" name=""/>
        <dsp:cNvSpPr/>
      </dsp:nvSpPr>
      <dsp:spPr>
        <a:xfrm>
          <a:off x="130355" y="938041"/>
          <a:ext cx="128469" cy="5414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416"/>
              </a:lnTo>
              <a:lnTo>
                <a:pt x="128469" y="54141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3FB03-9198-4481-82F5-6FE744A831CB}">
      <dsp:nvSpPr>
        <dsp:cNvPr id="0" name=""/>
        <dsp:cNvSpPr/>
      </dsp:nvSpPr>
      <dsp:spPr>
        <a:xfrm>
          <a:off x="258824" y="1098628"/>
          <a:ext cx="1315675" cy="761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Uploaded the full 10,000-row CSV dataset using terminal commands.</a:t>
          </a:r>
        </a:p>
      </dsp:txBody>
      <dsp:txXfrm>
        <a:off x="281132" y="1120936"/>
        <a:ext cx="1271059" cy="717043"/>
      </dsp:txXfrm>
    </dsp:sp>
    <dsp:sp modelId="{F57E08DC-CBEA-4F19-ABCD-C600562AE2B7}">
      <dsp:nvSpPr>
        <dsp:cNvPr id="0" name=""/>
        <dsp:cNvSpPr/>
      </dsp:nvSpPr>
      <dsp:spPr>
        <a:xfrm>
          <a:off x="130355" y="938041"/>
          <a:ext cx="128469" cy="14939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3950"/>
              </a:lnTo>
              <a:lnTo>
                <a:pt x="128469" y="149395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909A49-4D99-49EA-BF25-7BB5B2DC7346}">
      <dsp:nvSpPr>
        <dsp:cNvPr id="0" name=""/>
        <dsp:cNvSpPr/>
      </dsp:nvSpPr>
      <dsp:spPr>
        <a:xfrm>
          <a:off x="258824" y="2020874"/>
          <a:ext cx="1145981" cy="8222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Ensured proper directory setup in HDFS for accessibility.</a:t>
          </a:r>
        </a:p>
      </dsp:txBody>
      <dsp:txXfrm>
        <a:off x="282906" y="2044956"/>
        <a:ext cx="1097817" cy="774068"/>
      </dsp:txXfrm>
    </dsp:sp>
    <dsp:sp modelId="{8F4DA062-06C8-4D9D-B670-6485D8898A80}">
      <dsp:nvSpPr>
        <dsp:cNvPr id="0" name=""/>
        <dsp:cNvSpPr/>
      </dsp:nvSpPr>
      <dsp:spPr>
        <a:xfrm>
          <a:off x="1638734" y="276389"/>
          <a:ext cx="1284698" cy="642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Hive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57548" y="295203"/>
        <a:ext cx="1247070" cy="604721"/>
      </dsp:txXfrm>
    </dsp:sp>
    <dsp:sp modelId="{5170770F-D52C-4A6F-BDA1-6F51BC6F6EC5}">
      <dsp:nvSpPr>
        <dsp:cNvPr id="0" name=""/>
        <dsp:cNvSpPr/>
      </dsp:nvSpPr>
      <dsp:spPr>
        <a:xfrm>
          <a:off x="1767204" y="918738"/>
          <a:ext cx="128469" cy="5122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2283"/>
              </a:lnTo>
              <a:lnTo>
                <a:pt x="128469" y="51228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0D5D9C-F425-4940-A32E-0F72F7061C90}">
      <dsp:nvSpPr>
        <dsp:cNvPr id="0" name=""/>
        <dsp:cNvSpPr/>
      </dsp:nvSpPr>
      <dsp:spPr>
        <a:xfrm>
          <a:off x="1895674" y="1098628"/>
          <a:ext cx="1141963" cy="6647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Created a structured external Hive table to query data.</a:t>
          </a:r>
        </a:p>
      </dsp:txBody>
      <dsp:txXfrm>
        <a:off x="1915145" y="1118099"/>
        <a:ext cx="1103021" cy="625844"/>
      </dsp:txXfrm>
    </dsp:sp>
    <dsp:sp modelId="{3BD5B3AA-4D96-40E6-BA86-D42308524C85}">
      <dsp:nvSpPr>
        <dsp:cNvPr id="0" name=""/>
        <dsp:cNvSpPr/>
      </dsp:nvSpPr>
      <dsp:spPr>
        <a:xfrm>
          <a:off x="1767204" y="918738"/>
          <a:ext cx="128469" cy="14666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6669"/>
              </a:lnTo>
              <a:lnTo>
                <a:pt x="128469" y="14666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DD26D4-A9A9-4B49-A12F-AE2BBF14CCBB}">
      <dsp:nvSpPr>
        <dsp:cNvPr id="0" name=""/>
        <dsp:cNvSpPr/>
      </dsp:nvSpPr>
      <dsp:spPr>
        <a:xfrm>
          <a:off x="1895674" y="1924002"/>
          <a:ext cx="1349344" cy="9228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Executed HiveQL queries for aggregation, filtering, and grouping (e.g., color, brand, year).</a:t>
          </a:r>
        </a:p>
      </dsp:txBody>
      <dsp:txXfrm>
        <a:off x="1922702" y="1951030"/>
        <a:ext cx="1295288" cy="868755"/>
      </dsp:txXfrm>
    </dsp:sp>
    <dsp:sp modelId="{DD28B44E-5BF8-498A-8BB3-2BD478EDB9D4}">
      <dsp:nvSpPr>
        <dsp:cNvPr id="0" name=""/>
        <dsp:cNvSpPr/>
      </dsp:nvSpPr>
      <dsp:spPr>
        <a:xfrm>
          <a:off x="3309253" y="295691"/>
          <a:ext cx="1284698" cy="642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Zeppelin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28067" y="314505"/>
        <a:ext cx="1247070" cy="604721"/>
      </dsp:txXfrm>
    </dsp:sp>
    <dsp:sp modelId="{8D1EB506-561C-4A86-9A15-C65E08462589}">
      <dsp:nvSpPr>
        <dsp:cNvPr id="0" name=""/>
        <dsp:cNvSpPr/>
      </dsp:nvSpPr>
      <dsp:spPr>
        <a:xfrm>
          <a:off x="3437723" y="938041"/>
          <a:ext cx="128469" cy="5348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4858"/>
              </a:lnTo>
              <a:lnTo>
                <a:pt x="128469" y="53485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FCE9D1-FA28-476B-9316-9133D6237AB8}">
      <dsp:nvSpPr>
        <dsp:cNvPr id="0" name=""/>
        <dsp:cNvSpPr/>
      </dsp:nvSpPr>
      <dsp:spPr>
        <a:xfrm>
          <a:off x="3566193" y="1098628"/>
          <a:ext cx="1185036" cy="748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Used Apache Zeppelin notebooks to write and execute queries.</a:t>
          </a:r>
        </a:p>
      </dsp:txBody>
      <dsp:txXfrm>
        <a:off x="3588117" y="1120552"/>
        <a:ext cx="1141188" cy="704694"/>
      </dsp:txXfrm>
    </dsp:sp>
    <dsp:sp modelId="{9BA250F1-F675-4D7F-8B94-2B0A47D8A60C}">
      <dsp:nvSpPr>
        <dsp:cNvPr id="0" name=""/>
        <dsp:cNvSpPr/>
      </dsp:nvSpPr>
      <dsp:spPr>
        <a:xfrm>
          <a:off x="3437723" y="938041"/>
          <a:ext cx="128469" cy="1444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4762"/>
              </a:lnTo>
              <a:lnTo>
                <a:pt x="128469" y="144476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923244-09C2-4F30-8C5D-51B9285BC0B7}">
      <dsp:nvSpPr>
        <dsp:cNvPr id="0" name=""/>
        <dsp:cNvSpPr/>
      </dsp:nvSpPr>
      <dsp:spPr>
        <a:xfrm>
          <a:off x="3566193" y="2007758"/>
          <a:ext cx="1307011" cy="750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Connected Zeppelin to Hadoop and Spark for interactive data exploration and visuals.</a:t>
          </a:r>
        </a:p>
      </dsp:txBody>
      <dsp:txXfrm>
        <a:off x="3588162" y="2029727"/>
        <a:ext cx="1263073" cy="706152"/>
      </dsp:txXfrm>
    </dsp:sp>
    <dsp:sp modelId="{92C4EE71-9F3A-4AEF-BD46-9AA1E4ED518D}">
      <dsp:nvSpPr>
        <dsp:cNvPr id="0" name=""/>
        <dsp:cNvSpPr/>
      </dsp:nvSpPr>
      <dsp:spPr>
        <a:xfrm>
          <a:off x="4915127" y="295691"/>
          <a:ext cx="1502352" cy="642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Spark (via Zeppelin)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33941" y="314505"/>
        <a:ext cx="1464724" cy="604721"/>
      </dsp:txXfrm>
    </dsp:sp>
    <dsp:sp modelId="{5B2C6A5B-9907-4CB4-92DC-12F46AD72D21}">
      <dsp:nvSpPr>
        <dsp:cNvPr id="0" name=""/>
        <dsp:cNvSpPr/>
      </dsp:nvSpPr>
      <dsp:spPr>
        <a:xfrm>
          <a:off x="5065362" y="938041"/>
          <a:ext cx="150235" cy="4887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8718"/>
              </a:lnTo>
              <a:lnTo>
                <a:pt x="150235" y="48871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C6766E-3331-478F-BB50-94780155A11C}">
      <dsp:nvSpPr>
        <dsp:cNvPr id="0" name=""/>
        <dsp:cNvSpPr/>
      </dsp:nvSpPr>
      <dsp:spPr>
        <a:xfrm>
          <a:off x="5215597" y="1098628"/>
          <a:ext cx="1313897" cy="656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Loaded data as a Spark </a:t>
          </a:r>
          <a:r>
            <a:rPr lang="en-US" sz="1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DataFrame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using schema inference.</a:t>
          </a:r>
        </a:p>
      </dsp:txBody>
      <dsp:txXfrm>
        <a:off x="5234818" y="1117849"/>
        <a:ext cx="1275455" cy="617820"/>
      </dsp:txXfrm>
    </dsp:sp>
    <dsp:sp modelId="{42A418DE-F70E-4FDF-9E26-E4A25C104D89}">
      <dsp:nvSpPr>
        <dsp:cNvPr id="0" name=""/>
        <dsp:cNvSpPr/>
      </dsp:nvSpPr>
      <dsp:spPr>
        <a:xfrm>
          <a:off x="5065362" y="938041"/>
          <a:ext cx="150235" cy="13568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6863"/>
              </a:lnTo>
              <a:lnTo>
                <a:pt x="150235" y="13568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D8CFF0-5918-4183-805D-4DBAD0732784}">
      <dsp:nvSpPr>
        <dsp:cNvPr id="0" name=""/>
        <dsp:cNvSpPr/>
      </dsp:nvSpPr>
      <dsp:spPr>
        <a:xfrm>
          <a:off x="5215597" y="1915478"/>
          <a:ext cx="1296414" cy="7588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Used Spark SQL for advanced queries like filtering top expensive listings or average prices by year.</a:t>
          </a:r>
        </a:p>
      </dsp:txBody>
      <dsp:txXfrm>
        <a:off x="5237823" y="1937704"/>
        <a:ext cx="1251962" cy="714400"/>
      </dsp:txXfrm>
    </dsp:sp>
    <dsp:sp modelId="{20E5ECF2-181A-4002-99AF-1F5CD729C9C5}">
      <dsp:nvSpPr>
        <dsp:cNvPr id="0" name=""/>
        <dsp:cNvSpPr/>
      </dsp:nvSpPr>
      <dsp:spPr>
        <a:xfrm>
          <a:off x="5065362" y="938041"/>
          <a:ext cx="150235" cy="2220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0472"/>
              </a:lnTo>
              <a:lnTo>
                <a:pt x="150235" y="222047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FEF124-4873-4BB6-8009-61A22070D9C5}">
      <dsp:nvSpPr>
        <dsp:cNvPr id="0" name=""/>
        <dsp:cNvSpPr/>
      </dsp:nvSpPr>
      <dsp:spPr>
        <a:xfrm>
          <a:off x="5215597" y="2834917"/>
          <a:ext cx="1322191" cy="647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Visualized results with pie charts, bar graphs, and line plots inside Zeppelin.</a:t>
          </a:r>
        </a:p>
      </dsp:txBody>
      <dsp:txXfrm>
        <a:off x="5234553" y="2853873"/>
        <a:ext cx="1284279" cy="609280"/>
      </dsp:txXfrm>
    </dsp:sp>
    <dsp:sp modelId="{B3D810C9-D173-4718-B5DB-BDF5E0080435}">
      <dsp:nvSpPr>
        <dsp:cNvPr id="0" name=""/>
        <dsp:cNvSpPr/>
      </dsp:nvSpPr>
      <dsp:spPr>
        <a:xfrm>
          <a:off x="6738653" y="295691"/>
          <a:ext cx="1603509" cy="642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5. Integration &amp; Insight Generation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57467" y="314505"/>
        <a:ext cx="1565881" cy="604721"/>
      </dsp:txXfrm>
    </dsp:sp>
    <dsp:sp modelId="{D95248D4-D4F7-4F3C-BD60-C264B47B3E98}">
      <dsp:nvSpPr>
        <dsp:cNvPr id="0" name=""/>
        <dsp:cNvSpPr/>
      </dsp:nvSpPr>
      <dsp:spPr>
        <a:xfrm>
          <a:off x="6899004" y="938041"/>
          <a:ext cx="160350" cy="4817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761"/>
              </a:lnTo>
              <a:lnTo>
                <a:pt x="160350" y="48176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498BE7-24C7-4C4B-95AA-888DD9B71EF8}">
      <dsp:nvSpPr>
        <dsp:cNvPr id="0" name=""/>
        <dsp:cNvSpPr/>
      </dsp:nvSpPr>
      <dsp:spPr>
        <a:xfrm>
          <a:off x="7059355" y="1098628"/>
          <a:ext cx="1219918" cy="642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Generated 10 total insights—5 from Hive, 5 from Zeppelin/Spark</a:t>
          </a:r>
          <a:r>
            <a:rPr lang="en-US" sz="800" kern="1200" dirty="0"/>
            <a:t>.</a:t>
          </a:r>
        </a:p>
      </dsp:txBody>
      <dsp:txXfrm>
        <a:off x="7078169" y="1117442"/>
        <a:ext cx="1182290" cy="604721"/>
      </dsp:txXfrm>
    </dsp:sp>
    <dsp:sp modelId="{C11E590B-1BA7-4604-AEEA-06504B58DC2E}">
      <dsp:nvSpPr>
        <dsp:cNvPr id="0" name=""/>
        <dsp:cNvSpPr/>
      </dsp:nvSpPr>
      <dsp:spPr>
        <a:xfrm>
          <a:off x="6899004" y="938041"/>
          <a:ext cx="160350" cy="12994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414"/>
              </a:lnTo>
              <a:lnTo>
                <a:pt x="160350" y="129941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372739-D409-4360-BE32-DAF5149A3292}">
      <dsp:nvSpPr>
        <dsp:cNvPr id="0" name=""/>
        <dsp:cNvSpPr/>
      </dsp:nvSpPr>
      <dsp:spPr>
        <a:xfrm>
          <a:off x="7059355" y="1901564"/>
          <a:ext cx="1344709" cy="6717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Analyzed and interpreted results using both raw queries and visual dashboards.</a:t>
          </a:r>
        </a:p>
      </dsp:txBody>
      <dsp:txXfrm>
        <a:off x="7079031" y="1921240"/>
        <a:ext cx="1305357" cy="6324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A7C8F-9F23-4391-8B5A-DB5C07D9B70D}">
      <dsp:nvSpPr>
        <dsp:cNvPr id="0" name=""/>
        <dsp:cNvSpPr/>
      </dsp:nvSpPr>
      <dsp:spPr>
        <a:xfrm>
          <a:off x="0" y="316150"/>
          <a:ext cx="3485179" cy="13549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B87F83-F684-433E-9F47-E30F4F090D0B}">
      <dsp:nvSpPr>
        <dsp:cNvPr id="0" name=""/>
        <dsp:cNvSpPr/>
      </dsp:nvSpPr>
      <dsp:spPr>
        <a:xfrm>
          <a:off x="409866" y="621009"/>
          <a:ext cx="745211" cy="7452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352AD-F76A-4A9E-9246-893C803A43B2}">
      <dsp:nvSpPr>
        <dsp:cNvPr id="0" name=""/>
        <dsp:cNvSpPr/>
      </dsp:nvSpPr>
      <dsp:spPr>
        <a:xfrm>
          <a:off x="1564945" y="316150"/>
          <a:ext cx="1920233" cy="1354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97" tIns="143397" rIns="143397" bIns="143397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Any Questions?</a:t>
          </a:r>
        </a:p>
      </dsp:txBody>
      <dsp:txXfrm>
        <a:off x="1564945" y="316150"/>
        <a:ext cx="1920233" cy="1354930"/>
      </dsp:txXfrm>
    </dsp:sp>
    <dsp:sp modelId="{33783E62-F5C5-4173-BAD8-03604919A8D4}">
      <dsp:nvSpPr>
        <dsp:cNvPr id="0" name=""/>
        <dsp:cNvSpPr/>
      </dsp:nvSpPr>
      <dsp:spPr>
        <a:xfrm>
          <a:off x="0" y="1942067"/>
          <a:ext cx="3485179" cy="13549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9D555-AC7C-43E2-B725-F168D7207D57}">
      <dsp:nvSpPr>
        <dsp:cNvPr id="0" name=""/>
        <dsp:cNvSpPr/>
      </dsp:nvSpPr>
      <dsp:spPr>
        <a:xfrm>
          <a:off x="409866" y="2246927"/>
          <a:ext cx="745211" cy="7452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D9758-0BAF-4460-A99A-5CB9718352BC}">
      <dsp:nvSpPr>
        <dsp:cNvPr id="0" name=""/>
        <dsp:cNvSpPr/>
      </dsp:nvSpPr>
      <dsp:spPr>
        <a:xfrm>
          <a:off x="1564945" y="1942067"/>
          <a:ext cx="1920233" cy="1354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97" tIns="143397" rIns="143397" bIns="143397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We’re happy to answer your queries.</a:t>
          </a:r>
        </a:p>
      </dsp:txBody>
      <dsp:txXfrm>
        <a:off x="1564945" y="1942067"/>
        <a:ext cx="1920233" cy="1354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4DC15-6AEF-4389-BDB7-2F4EC4FF737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7AEE6-FEA0-4FF6-B9AB-AE543AAAC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26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7AEE6-FEA0-4FF6-B9AB-AE543AAACE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14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75B7-1424-2E51-4ECB-A5CD3987B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5147A-91D6-1486-E1B8-87E192655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DF26B-EE0B-39CE-6F59-6F5522E44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A4E97-3907-9217-C2ED-B1C77184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625D7-62CD-8829-9FA0-8F235EC1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8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66C3-0615-EE17-5DEC-AEC02DA6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3153F-0FE6-78EF-0642-25775586D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CD1A2-96BA-94BE-3BEC-EC5959D7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8052B-6162-8186-0B07-A289DA82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810CC-E746-38D9-C3CB-4859A191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01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B5A8-EF69-4716-2085-29078BE87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9AE84-D6DC-B5A5-2625-34A232D0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9B70B-5DDD-A828-DFBB-80DB3E550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0784C-4302-3E57-157B-12597FEF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0FA68-7D0D-A5EB-5834-9043181F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4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16B0-5032-4021-A21E-11BC2082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ECD7-A794-E017-D1B7-766F212F6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25403-F980-EAA1-BA97-1136A1D17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9D08F-509C-A9D3-2259-36936715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8BB3B-8781-0DA8-0E8D-492EFE5C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CFF48-819B-BB28-42BF-15D84AD3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6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1C4F-0A20-AFC8-B2D3-83F965CE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EE94F-CF6F-3F5F-C43B-007229463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B00D4-7F6E-7831-F11E-12844F63F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4F4DC-DC75-10FB-F134-C27C3C3AD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27300-3CAE-1799-2DCC-97AC46E45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4E1512-669D-B267-536D-EB86D701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62E90-24A0-5D58-CBD6-74EAD549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7C254E-4CAF-72B9-9E97-A00B4848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4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92046-DF0E-D67F-06D4-F4A6F499B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46C146-00D8-D78D-660A-7349CD42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96CBA8-1F35-47D4-E2E4-CD4CF294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1CE3E-D1D1-C7CF-7CA5-05037470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21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8F65E2-206D-7552-9573-778F70FD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81113D-0651-79E6-F743-3C3F83F7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3AE51-2DD2-28BE-0F8B-627B496E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4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F531-B550-1BFA-71CA-87CFE893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57E65-9DC0-5194-CBC8-AC64EF979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6D793-DE61-8744-7442-85526AFE7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B4088-5B47-9678-71B9-6D3544EC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01FE6-1E14-4106-70BF-FF188821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C41FD-FCE8-876C-113C-AB5B2239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6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1303-1A39-D530-7018-1110252F9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E8874-3242-5751-BF05-A98871AFA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FB708-F747-50D8-7F6A-27D66F89A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FA781-4DF7-AED1-FC22-665DA0A3C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B1F3F-2394-4501-DF6B-D777E2116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2952F-B931-03FD-DE83-28CEC1E8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54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30CB-8647-74AF-6D02-9B07C01B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F7B38-F4E0-5EA9-DDB6-247B8A3F9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2AA09-E767-5F0B-7276-BAB241EE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710E7-7CA5-F4A3-E79F-AFA3ACBD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A6E77-1510-701F-E839-0C6B0FFD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9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DC0A1-4ACB-DB35-C15B-3B7ADADDE2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BEAB4-4043-26CD-F87E-181C88258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44E59-2B56-76EB-A55F-C20E708B4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DDD9D-535B-F11B-858B-85D3F8E5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4495B-699D-3A96-E6E1-CE434EF3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9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BEBCE-1B52-5829-259F-9500B3C4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D4FEB-49E3-2A5B-67F9-DB4BCDED4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511D6-E03B-BED8-57E5-E3FD26BFA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CAFE1-4430-B567-789A-341546032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5F6C1-E701-595A-00FE-CE6558CD6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2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9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rs parked in a line">
            <a:extLst>
              <a:ext uri="{FF2B5EF4-FFF2-40B4-BE49-F238E27FC236}">
                <a16:creationId xmlns:a16="http://schemas.microsoft.com/office/drawing/2014/main" id="{57AC48B4-9F80-AA7B-4231-143967DE85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51" r="8561"/>
          <a:stretch/>
        </p:blipFill>
        <p:spPr>
          <a:xfrm>
            <a:off x="3082595" y="10"/>
            <a:ext cx="6061405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Car Market Analysis in the UAE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2949980" cy="1208141"/>
          </a:xfrm>
        </p:spPr>
        <p:txBody>
          <a:bodyPr>
            <a:normAutofit fontScale="92500" lnSpcReduction="10000"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DBD800 – Big Data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Group 5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Mansi (185408234)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Shruti (111559233)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4123" y="3164497"/>
            <a:ext cx="4355594" cy="303055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854" y="2950387"/>
            <a:ext cx="2289220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/>
            <a:r>
              <a:rPr lang="en-US" sz="4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A05D29-6B71-ED23-4992-259054B0D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80192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8A09005-8A8B-3AD5-21E1-65025C5AA2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841" y="1681652"/>
            <a:ext cx="5387702" cy="44143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spcBef>
                <a:spcPts val="1200"/>
              </a:spcBef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over 10,000 used car listings from across the UAE.</a:t>
            </a:r>
          </a:p>
          <a:p>
            <a:pPr marL="0" marR="0" lvl="0" indent="0" algn="just" defTabSz="914400" rtl="0" eaLnBrk="0" fontAlgn="base" latinLnBrk="0" hangingPunct="0">
              <a:spcBef>
                <a:spcPts val="1200"/>
              </a:spcBef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sourced from Kaggle’s “UAE Used Cars Analysis – Full Project v1.0”.</a:t>
            </a:r>
          </a:p>
          <a:p>
            <a:pPr marL="0" marR="0" lvl="0" indent="0" algn="just" defTabSz="914400" rtl="0" eaLnBrk="0" fontAlgn="base" latinLnBrk="0" hangingPunct="0">
              <a:spcBef>
                <a:spcPts val="1200"/>
              </a:spcBef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make, model, year, price, mileage, fuel type, transmission, location, and color.</a:t>
            </a:r>
          </a:p>
          <a:p>
            <a:pPr marL="0" marR="0" lvl="0" indent="0" algn="just" defTabSz="914400" rtl="0" eaLnBrk="0" fontAlgn="base" latinLnBrk="0" hangingPunct="0">
              <a:spcBef>
                <a:spcPts val="1200"/>
              </a:spcBef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listings from Dubai, Abu Dhabi, Sharjah, and other emirates.</a:t>
            </a:r>
          </a:p>
          <a:p>
            <a:pPr marL="0" marR="0" lvl="0" indent="0" algn="just" defTabSz="914400" rtl="0" eaLnBrk="0" fontAlgn="base" latinLnBrk="0" hangingPunct="0">
              <a:spcBef>
                <a:spcPts val="1200"/>
              </a:spcBef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and processed in HDFS, analyzed via Hive, Zeppelin, and Spark.</a:t>
            </a:r>
          </a:p>
          <a:p>
            <a:pPr marL="0" marR="0" lvl="0" indent="0" algn="just" defTabSz="914400" rtl="0" eaLnBrk="0" fontAlgn="base" latinLnBrk="0" hangingPunct="0">
              <a:spcBef>
                <a:spcPts val="1200"/>
              </a:spcBef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Provide data-driven insights for buyers, dealerships, and analysts on pricing, demand, and car trends.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8" name="Graphic 77" descr="Car">
            <a:extLst>
              <a:ext uri="{FF2B5EF4-FFF2-40B4-BE49-F238E27FC236}">
                <a16:creationId xmlns:a16="http://schemas.microsoft.com/office/drawing/2014/main" id="{FF569A71-2F1D-9773-E635-709BA645E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59467C9-C28F-1CD9-ABB4-995C1FD46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defTabSz="914400" fontAlgn="base">
              <a:spcAft>
                <a:spcPct val="0"/>
              </a:spcAft>
              <a:buClrTx/>
              <a:buSzTx/>
              <a:tabLst/>
            </a:pPr>
            <a:r>
              <a:rPr kumimoji="0" lang="en-US" altLang="en-US" sz="2700" b="0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information on used cars listed in the UAE. Major attributes include: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EAF24A-286A-C78B-833A-1C1630999F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544350"/>
              </p:ext>
            </p:extLst>
          </p:nvPr>
        </p:nvGraphicFramePr>
        <p:xfrm>
          <a:off x="3387969" y="581748"/>
          <a:ext cx="5414011" cy="5959727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448884">
                  <a:extLst>
                    <a:ext uri="{9D8B030D-6E8A-4147-A177-3AD203B41FA5}">
                      <a16:colId xmlns:a16="http://schemas.microsoft.com/office/drawing/2014/main" val="507945038"/>
                    </a:ext>
                  </a:extLst>
                </a:gridCol>
                <a:gridCol w="2858761">
                  <a:extLst>
                    <a:ext uri="{9D8B030D-6E8A-4147-A177-3AD203B41FA5}">
                      <a16:colId xmlns:a16="http://schemas.microsoft.com/office/drawing/2014/main" val="4215514902"/>
                    </a:ext>
                  </a:extLst>
                </a:gridCol>
                <a:gridCol w="1106366">
                  <a:extLst>
                    <a:ext uri="{9D8B030D-6E8A-4147-A177-3AD203B41FA5}">
                      <a16:colId xmlns:a16="http://schemas.microsoft.com/office/drawing/2014/main" val="4267920322"/>
                    </a:ext>
                  </a:extLst>
                </a:gridCol>
              </a:tblGrid>
              <a:tr h="722303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u="none" strike="noStrike" cap="none" spc="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Name</a:t>
                      </a:r>
                      <a:endParaRPr lang="en-US" sz="1500" b="1" i="0" u="none" strike="noStrike" cap="none" spc="0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b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u="none" strike="noStrike" cap="none" spc="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500" b="1" i="0" u="none" strike="noStrike" cap="none" spc="0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b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u="none" strike="noStrike" cap="none" spc="0" dirty="0"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1500" b="1" i="0" u="none" strike="noStrike" cap="none" spc="0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b"/>
                </a:tc>
                <a:extLst>
                  <a:ext uri="{0D108BD9-81ED-4DB2-BD59-A6C34878D82A}">
                    <a16:rowId xmlns:a16="http://schemas.microsoft.com/office/drawing/2014/main" val="3743221757"/>
                  </a:ext>
                </a:extLst>
              </a:tr>
              <a:tr h="58778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Manufacturer of the vehicle (e.g., Toyota, Mercedes-Benz)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2500693944"/>
                  </a:ext>
                </a:extLst>
              </a:tr>
              <a:tr h="386008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 model name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4250797966"/>
                  </a:ext>
                </a:extLst>
              </a:tr>
              <a:tr h="386008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Manufacturing year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206748595"/>
                  </a:ext>
                </a:extLst>
              </a:tr>
              <a:tr h="386008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Listing price in AED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2160129093"/>
                  </a:ext>
                </a:extLst>
              </a:tr>
              <a:tr h="386008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Mileage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traveled in kilometers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3205925487"/>
                  </a:ext>
                </a:extLst>
              </a:tr>
              <a:tr h="386008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Type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 category (Sedan, SUV, etc.)</a:t>
                      </a:r>
                      <a:endParaRPr lang="en-US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3400249386"/>
                  </a:ext>
                </a:extLst>
              </a:tr>
              <a:tr h="386008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Cylinders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 configuration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404142718"/>
                  </a:ext>
                </a:extLst>
              </a:tr>
              <a:tr h="386008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Transmission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transmission</a:t>
                      </a:r>
                      <a:endParaRPr lang="en-US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4046279567"/>
                  </a:ext>
                </a:extLst>
              </a:tr>
              <a:tr h="386008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Fuel Type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Fuel used (Gasoline, Diesel, etc.)</a:t>
                      </a:r>
                      <a:endParaRPr lang="en-US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715089179"/>
                  </a:ext>
                </a:extLst>
              </a:tr>
              <a:tr h="386008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Exterior color</a:t>
                      </a:r>
                      <a:endParaRPr lang="en-US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259058577"/>
                  </a:ext>
                </a:extLst>
              </a:tr>
              <a:tr h="58778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Emirate where listed (Dubai, Abu Dhabi, etc.)</a:t>
                      </a:r>
                      <a:endParaRPr lang="en-US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1569862424"/>
                  </a:ext>
                </a:extLst>
              </a:tr>
              <a:tr h="58778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100" b="1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features and condition notes</a:t>
                      </a:r>
                      <a:endParaRPr lang="en-US" sz="11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038" marR="121115" marT="17439" marB="130796" anchor="ctr"/>
                </a:tc>
                <a:extLst>
                  <a:ext uri="{0D108BD9-81ED-4DB2-BD59-A6C34878D82A}">
                    <a16:rowId xmlns:a16="http://schemas.microsoft.com/office/drawing/2014/main" val="3367925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33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4" y="3071913"/>
            <a:ext cx="2564126" cy="2452687"/>
          </a:xfrm>
        </p:spPr>
        <p:txBody>
          <a:bodyPr anchor="ctr">
            <a:normAutofit/>
          </a:bodyPr>
          <a:lstStyle/>
          <a:p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8" name="Picture 7" descr="Large car parking lot from above">
            <a:extLst>
              <a:ext uri="{FF2B5EF4-FFF2-40B4-BE49-F238E27FC236}">
                <a16:creationId xmlns:a16="http://schemas.microsoft.com/office/drawing/2014/main" id="{837724D4-5069-77B0-0BA3-5A83CC0932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660" b="16318"/>
          <a:stretch/>
        </p:blipFill>
        <p:spPr>
          <a:xfrm>
            <a:off x="20" y="10"/>
            <a:ext cx="9143980" cy="2363811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06B565DB-5A2E-BFF6-4B0C-C3EC6C229D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26080" y="2520176"/>
            <a:ext cx="5855966" cy="39584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UAE’s used car market is growing rapidly with thousands of online listings.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difficult for users to manually compare listings with diverse attributes (make, price, mileage, etc.).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lack visibility into trends, outliers, and resale behaviors.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questions: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brands have the most listings?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price change with manufacturing year or mileage?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and fuel types dominate the market?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scalable Big Data tools to uncover reliable, insightful patterns from this complex dataset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979991"/>
          </a:xfrm>
        </p:spPr>
        <p:txBody>
          <a:bodyPr anchor="ctr">
            <a:normAutofit/>
          </a:bodyPr>
          <a:lstStyle/>
          <a:p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55601374-A79C-E3D7-76B2-86B806443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143357"/>
              </p:ext>
            </p:extLst>
          </p:nvPr>
        </p:nvGraphicFramePr>
        <p:xfrm>
          <a:off x="274319" y="2607790"/>
          <a:ext cx="8405950" cy="3777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7" name="Rectangle 3106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Hive Analysis 1: Most Common Car Colors</a:t>
            </a:r>
          </a:p>
        </p:txBody>
      </p:sp>
      <p:sp>
        <p:nvSpPr>
          <p:cNvPr id="3108" name="Rectangle 3107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9" name="Rectangle 310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A18BA7C-7827-209F-E509-4D0B0B777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5"/>
          <a:stretch/>
        </p:blipFill>
        <p:spPr bwMode="auto">
          <a:xfrm>
            <a:off x="719403" y="364142"/>
            <a:ext cx="7777234" cy="386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10" name="Rectangle 310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query was executed to group listings by color and count their frequency.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&gt; black &gt; grey.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is preferred in UAE due to its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heat-reflective properties.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Hive Analysis 2: Average Mileage by Brand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9BDB6A-15B0-22FB-E842-4606370C0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3" b="-2"/>
          <a:stretch/>
        </p:blipFill>
        <p:spPr bwMode="auto">
          <a:xfrm>
            <a:off x="719403" y="364142"/>
            <a:ext cx="7777234" cy="386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Rectangle 4108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5049520"/>
            <a:ext cx="4940186" cy="1390931"/>
          </a:xfrm>
        </p:spPr>
        <p:txBody>
          <a:bodyPr anchor="ctr"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was executed to calculate average mileage by brand.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the top 5 brands with the highest mileage.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brands are considered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reliable and frequently used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Hive Analysis 3: Newest vs. Oldest Listings</a:t>
            </a: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EC1A60E-EC34-E241-57AA-8F2754AE5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403" y="392716"/>
            <a:ext cx="7777234" cy="381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3" name="Rectangle 513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was executed to find the minimum and maximum manufacturing year.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listings from 2005 to 2024.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reflects an active resale market across decades.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pPr algn="ctr"/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Hive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Fuel Type Distribution</a:t>
            </a:r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56E7882-FEB2-3623-0E67-BF6BAAD5D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403" y="402438"/>
            <a:ext cx="7777234" cy="379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7" name="Rectangle 615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952471"/>
            <a:ext cx="4940186" cy="1487980"/>
          </a:xfrm>
        </p:spPr>
        <p:txBody>
          <a:bodyPr anchor="ctr"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was executed to count the number of listings by fuel type.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diesel is dominant, followed by electric.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a slow but growing shift toward green vehicles.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09" name="Rectangle 7208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Hive Analysis 5: Listings by Location</a:t>
            </a:r>
          </a:p>
        </p:txBody>
      </p:sp>
      <p:sp>
        <p:nvSpPr>
          <p:cNvPr id="7211" name="Rectangle 721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13" name="Rectangle 72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1F81F4E-CEF6-AE33-2D24-E558918A09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9" b="2"/>
          <a:stretch/>
        </p:blipFill>
        <p:spPr bwMode="auto">
          <a:xfrm>
            <a:off x="719403" y="364151"/>
            <a:ext cx="7777234" cy="386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15" name="Rectangle 721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was executed to count listings by city.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Dubai &gt; Sharjah &gt; Abu Dhabi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cities have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market activity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used car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Zeppelin/Spark Analysis 1: Price Distribution by Brand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0436B1-5D5F-44C1-9AF2-836D9C8837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962"/>
          <a:stretch/>
        </p:blipFill>
        <p:spPr bwMode="auto">
          <a:xfrm>
            <a:off x="384514" y="782320"/>
            <a:ext cx="8112123" cy="3037840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987128"/>
            <a:ext cx="4940186" cy="1556907"/>
          </a:xfrm>
        </p:spPr>
        <p:txBody>
          <a:bodyPr anchor="ctr">
            <a:normAutofit fontScale="92500" lnSpcReduction="10000"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Spark data frame was used to analyze price distribution across brands.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McLaren and Rolls-Royce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 in high prices.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a strong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 market presence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UAE.</a:t>
            </a:r>
          </a:p>
          <a:p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Zeppelin/Spark Analysis 2: Most Frequently Listed Brands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A33BB1-36C4-21A6-5055-FD9E2FBBB3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4" t="25866"/>
          <a:stretch/>
        </p:blipFill>
        <p:spPr bwMode="auto">
          <a:xfrm>
            <a:off x="555201" y="536123"/>
            <a:ext cx="8090237" cy="312147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952471"/>
            <a:ext cx="4940186" cy="1556907"/>
          </a:xfrm>
        </p:spPr>
        <p:txBody>
          <a:bodyPr anchor="ctr"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was executed to count the number of listings by brand.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Mercedes-Benz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appears most often.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brand trust and strong resale demand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Zeppelin/Spark Analysis 3: Avg. Price by Year of Manufacture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n a computer screen&#10;&#10;AI-generated content may be incorrect.">
            <a:extLst>
              <a:ext uri="{FF2B5EF4-FFF2-40B4-BE49-F238E27FC236}">
                <a16:creationId xmlns:a16="http://schemas.microsoft.com/office/drawing/2014/main" id="{87732723-CACF-5E80-5963-DD372F17DD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5" t="22560"/>
          <a:stretch/>
        </p:blipFill>
        <p:spPr bwMode="auto">
          <a:xfrm>
            <a:off x="719403" y="797542"/>
            <a:ext cx="7777234" cy="320549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was executed to calculate average price by manufacturing year.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prices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sharply after 5 years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depreciation trends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UAE market.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Zeppelin/Spark Analysis 4: Transmission 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025117-BDFF-FD1B-E9DC-CA9E5C5C0E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25"/>
          <a:stretch/>
        </p:blipFill>
        <p:spPr bwMode="auto">
          <a:xfrm>
            <a:off x="719403" y="364142"/>
            <a:ext cx="7777234" cy="3867993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849255" cy="1556907"/>
          </a:xfrm>
        </p:spPr>
        <p:txBody>
          <a:bodyPr anchor="ctr"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was executed to count listings by transmission type.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transmission dominates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market.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Preferred for its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in urban driving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Zeppelin/Spark Analysis 5: Top Expensive Listings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ECEBC6-6C3F-6B7E-FA9B-3928CBCCC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159"/>
          <a:stretch/>
        </p:blipFill>
        <p:spPr bwMode="auto">
          <a:xfrm>
            <a:off x="719403" y="873577"/>
            <a:ext cx="7777234" cy="3129463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952471"/>
            <a:ext cx="4940186" cy="1556907"/>
          </a:xfrm>
        </p:spPr>
        <p:txBody>
          <a:bodyPr anchor="ctr"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was executed to sort and filter the most expensive listings.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Ferrari and Rolls-Royce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the list.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cars are listed for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AED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 resale strength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1CD573FD-C144-622E-9581-0FA829CCB4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1" y="2585246"/>
            <a:ext cx="8032024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UAE used car market is diverse, with strong demand for white, automatic, and diesel vehicles.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 brands like Rolls-Royce and Ferrari dominate the high-end resale segment, highlighting premium buyer interest.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value depreciates sharply after 5 years, offering crucial timing insights for buyers and sellers.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tools (Hive, Spark, Zeppelin, HDFS) enabled scalable querying, analytics, and visual storytelling.</a:t>
            </a:r>
          </a:p>
          <a:p>
            <a:pPr algn="just" defTabSz="91440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provide actionable insights for car buyers, dealerships, and analysts navigating the resale market.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C9B2C94-60EE-9FDF-4EC1-72C0678004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9163888"/>
              </p:ext>
            </p:extLst>
          </p:nvPr>
        </p:nvGraphicFramePr>
        <p:xfrm>
          <a:off x="571351" y="2743200"/>
          <a:ext cx="3485179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 descr="Different colored question marks">
            <a:extLst>
              <a:ext uri="{FF2B5EF4-FFF2-40B4-BE49-F238E27FC236}">
                <a16:creationId xmlns:a16="http://schemas.microsoft.com/office/drawing/2014/main" id="{F8300D7A-134D-555F-CC61-3D824D5185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273" r="33185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1037</Words>
  <Application>Microsoft Office PowerPoint</Application>
  <PresentationFormat>On-screen Show (4:3)</PresentationFormat>
  <Paragraphs>136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Used Car Market Analysis in the UAE </vt:lpstr>
      <vt:lpstr>Roadmap</vt:lpstr>
      <vt:lpstr>Introduction</vt:lpstr>
      <vt:lpstr>The dataset includes information on used cars listed in the UAE. Major attributes include:</vt:lpstr>
      <vt:lpstr>Problem Statement</vt:lpstr>
      <vt:lpstr>Methodology</vt:lpstr>
      <vt:lpstr>Hive Analysis 1: Most Common Car Colors</vt:lpstr>
      <vt:lpstr>Hive Analysis 2: Average Mileage by Brand</vt:lpstr>
      <vt:lpstr>Hive Analysis 3: Newest vs. Oldest Listings</vt:lpstr>
      <vt:lpstr>Hive Analysis 4: Fuel Type Distribution</vt:lpstr>
      <vt:lpstr>Hive Analysis 5: Listings by Location</vt:lpstr>
      <vt:lpstr>Zeppelin/Spark Analysis 1: Price Distribution by Brand</vt:lpstr>
      <vt:lpstr>Zeppelin/Spark Analysis 2: Most Frequently Listed Brands</vt:lpstr>
      <vt:lpstr>Zeppelin/Spark Analysis 3: Avg. Price by Year of Manufacture</vt:lpstr>
      <vt:lpstr>Zeppelin/Spark Analysis 4: Transmission Type</vt:lpstr>
      <vt:lpstr>Zeppelin/Spark Analysis 5: Top Expensive Listings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mansi kataria</cp:lastModifiedBy>
  <cp:revision>3</cp:revision>
  <dcterms:created xsi:type="dcterms:W3CDTF">2013-01-27T09:14:16Z</dcterms:created>
  <dcterms:modified xsi:type="dcterms:W3CDTF">2025-04-10T21:35:12Z</dcterms:modified>
  <cp:category/>
</cp:coreProperties>
</file>